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4" r:id="rId1"/>
  </p:sldMasterIdLst>
  <p:notesMasterIdLst>
    <p:notesMasterId r:id="rId10"/>
  </p:notesMasterIdLst>
  <p:handoutMasterIdLst>
    <p:handoutMasterId r:id="rId11"/>
  </p:handoutMasterIdLst>
  <p:sldIdLst>
    <p:sldId id="256" r:id="rId2"/>
    <p:sldId id="326" r:id="rId3"/>
    <p:sldId id="1024" r:id="rId4"/>
    <p:sldId id="1025" r:id="rId5"/>
    <p:sldId id="1388" r:id="rId6"/>
    <p:sldId id="1389" r:id="rId7"/>
    <p:sldId id="1386" r:id="rId8"/>
    <p:sldId id="138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2F35"/>
    <a:srgbClr val="000C53"/>
    <a:srgbClr val="C63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49" autoAdjust="0"/>
    <p:restoredTop sz="95846"/>
  </p:normalViewPr>
  <p:slideViewPr>
    <p:cSldViewPr snapToGrid="0" snapToObjects="1">
      <p:cViewPr varScale="1">
        <p:scale>
          <a:sx n="110" d="100"/>
          <a:sy n="110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2568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95D7A-4314-4B11-84B8-23A35A86F7C7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D0050-75F1-4E3A-B102-DA7907758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69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8220B-4ACD-4BC1-B4B9-6C6598E83858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3EDFC-0861-4652-8256-A11E6D413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9143-76B4-40F9-A5D7-6AF0B0C4F923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15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BEC4-D2F7-45B5-A505-8C7C126339E2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EE82-6ADB-410D-9921-2627CE3ED70F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02A6-8A82-4B7D-9592-60535A3F0E5A}" type="datetime1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8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9E77-3BF0-4C2E-BB9D-C2D59564824B}" type="datetime1">
              <a:rPr lang="en-US" smtClean="0"/>
              <a:t>12/9/2022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8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3083D-DDDF-4DB5-8273-8AB800643F8E}" type="datetime1">
              <a:rPr lang="en-US" smtClean="0"/>
              <a:t>12/9/2022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1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1F36A-9A18-4072-8AFC-28BCA2E7BE4F}" type="datetime1">
              <a:rPr lang="en-US" smtClean="0"/>
              <a:t>12/9/2022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97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7D38-5076-4D7E-882F-D3FE6ED58653}" type="datetime1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0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21FE-696D-4385-AFA5-9F7FE783ED42}" type="datetime1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1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AABD-051B-41DD-AF86-E2F33237BD2B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6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8213-F42E-4C38-8A60-1C4BEE343C83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36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58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1C415-7CF8-41F9-8AE1-20D568CB7169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DEC05-C13B-B04D-878A-1AB0FACA4C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9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9DCF-3EA4-1742-BFD8-5F2025131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Autofit/>
          </a:bodyPr>
          <a:lstStyle/>
          <a:p>
            <a:r>
              <a:rPr lang="en-US" sz="12500" b="1" dirty="0">
                <a:solidFill>
                  <a:srgbClr val="000C53"/>
                </a:solidFill>
              </a:rPr>
              <a:t>WELCOME BACK!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812F-CB81-7A43-A64A-3B0869EFC5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000" i="1" dirty="0">
                <a:solidFill>
                  <a:srgbClr val="DE2F35"/>
                </a:solidFill>
              </a:rPr>
              <a:t>Live out your potential!</a:t>
            </a:r>
          </a:p>
        </p:txBody>
      </p:sp>
    </p:spTree>
    <p:extLst>
      <p:ext uri="{BB962C8B-B14F-4D97-AF65-F5344CB8AC3E}">
        <p14:creationId xmlns:p14="http://schemas.microsoft.com/office/powerpoint/2010/main" val="89873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26A56B7F-FBF5-4039-AAAB-148CD2BAE51D}"/>
              </a:ext>
            </a:extLst>
          </p:cNvPr>
          <p:cNvSpPr/>
          <p:nvPr/>
        </p:nvSpPr>
        <p:spPr>
          <a:xfrm>
            <a:off x="254363" y="2070228"/>
            <a:ext cx="3377097" cy="33770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7" h="4037">
                <a:moveTo>
                  <a:pt x="4037" y="2019"/>
                </a:moveTo>
                <a:cubicBezTo>
                  <a:pt x="4037" y="3133"/>
                  <a:pt x="3133" y="4037"/>
                  <a:pt x="2019" y="4037"/>
                </a:cubicBezTo>
                <a:cubicBezTo>
                  <a:pt x="904" y="4037"/>
                  <a:pt x="0" y="3133"/>
                  <a:pt x="0" y="2019"/>
                </a:cubicBezTo>
                <a:cubicBezTo>
                  <a:pt x="0" y="904"/>
                  <a:pt x="904" y="0"/>
                  <a:pt x="2019" y="0"/>
                </a:cubicBezTo>
                <a:cubicBezTo>
                  <a:pt x="3133" y="0"/>
                  <a:pt x="4037" y="904"/>
                  <a:pt x="4037" y="2019"/>
                </a:cubicBezTo>
                <a:close/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60551E5-45E7-4416-A3A9-AB6255919001}"/>
              </a:ext>
            </a:extLst>
          </p:cNvPr>
          <p:cNvSpPr/>
          <p:nvPr/>
        </p:nvSpPr>
        <p:spPr>
          <a:xfrm>
            <a:off x="1585370" y="1703005"/>
            <a:ext cx="715085" cy="715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50">
                <a:moveTo>
                  <a:pt x="1149" y="575"/>
                </a:moveTo>
                <a:cubicBezTo>
                  <a:pt x="1149" y="893"/>
                  <a:pt x="892" y="1150"/>
                  <a:pt x="575" y="1150"/>
                </a:cubicBezTo>
                <a:cubicBezTo>
                  <a:pt x="257" y="1150"/>
                  <a:pt x="0" y="893"/>
                  <a:pt x="0" y="575"/>
                </a:cubicBezTo>
                <a:cubicBezTo>
                  <a:pt x="0" y="258"/>
                  <a:pt x="257" y="0"/>
                  <a:pt x="575" y="0"/>
                </a:cubicBezTo>
                <a:cubicBezTo>
                  <a:pt x="892" y="0"/>
                  <a:pt x="1149" y="258"/>
                  <a:pt x="1149" y="57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EDA56100-C446-4707-A012-3185952A2126}"/>
              </a:ext>
            </a:extLst>
          </p:cNvPr>
          <p:cNvSpPr/>
          <p:nvPr/>
        </p:nvSpPr>
        <p:spPr>
          <a:xfrm>
            <a:off x="4407452" y="2112556"/>
            <a:ext cx="3377097" cy="33762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7" h="4036">
                <a:moveTo>
                  <a:pt x="4037" y="2018"/>
                </a:moveTo>
                <a:cubicBezTo>
                  <a:pt x="4037" y="3133"/>
                  <a:pt x="3133" y="4036"/>
                  <a:pt x="2018" y="4036"/>
                </a:cubicBezTo>
                <a:cubicBezTo>
                  <a:pt x="904" y="4036"/>
                  <a:pt x="0" y="3133"/>
                  <a:pt x="0" y="2018"/>
                </a:cubicBezTo>
                <a:cubicBezTo>
                  <a:pt x="0" y="903"/>
                  <a:pt x="904" y="0"/>
                  <a:pt x="2018" y="0"/>
                </a:cubicBezTo>
                <a:cubicBezTo>
                  <a:pt x="3133" y="0"/>
                  <a:pt x="4037" y="903"/>
                  <a:pt x="4037" y="2018"/>
                </a:cubicBezTo>
                <a:close/>
              </a:path>
            </a:pathLst>
          </a:custGeom>
          <a:noFill/>
          <a:ln w="38100" cap="flat">
            <a:solidFill>
              <a:schemeClr val="accent2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2F49AF54-CF92-4CCB-8F3A-69EBE0BAE406}"/>
              </a:ext>
            </a:extLst>
          </p:cNvPr>
          <p:cNvSpPr/>
          <p:nvPr/>
        </p:nvSpPr>
        <p:spPr>
          <a:xfrm>
            <a:off x="5738457" y="1740252"/>
            <a:ext cx="715085" cy="71508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49">
                <a:moveTo>
                  <a:pt x="1149" y="574"/>
                </a:moveTo>
                <a:cubicBezTo>
                  <a:pt x="1149" y="892"/>
                  <a:pt x="892" y="1149"/>
                  <a:pt x="574" y="1149"/>
                </a:cubicBezTo>
                <a:cubicBezTo>
                  <a:pt x="257" y="1149"/>
                  <a:pt x="0" y="892"/>
                  <a:pt x="0" y="574"/>
                </a:cubicBezTo>
                <a:cubicBezTo>
                  <a:pt x="0" y="257"/>
                  <a:pt x="257" y="0"/>
                  <a:pt x="574" y="0"/>
                </a:cubicBezTo>
                <a:cubicBezTo>
                  <a:pt x="892" y="0"/>
                  <a:pt x="1149" y="257"/>
                  <a:pt x="1149" y="574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3" name="Freeform: Shape 312">
            <a:extLst>
              <a:ext uri="{FF2B5EF4-FFF2-40B4-BE49-F238E27FC236}">
                <a16:creationId xmlns:a16="http://schemas.microsoft.com/office/drawing/2014/main" id="{4FCC6E84-7F83-42AD-8624-475D5BF4BE38}"/>
              </a:ext>
            </a:extLst>
          </p:cNvPr>
          <p:cNvSpPr/>
          <p:nvPr/>
        </p:nvSpPr>
        <p:spPr>
          <a:xfrm>
            <a:off x="8560539" y="2070851"/>
            <a:ext cx="3376260" cy="33770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6" h="4037">
                <a:moveTo>
                  <a:pt x="4036" y="2019"/>
                </a:moveTo>
                <a:cubicBezTo>
                  <a:pt x="4036" y="3133"/>
                  <a:pt x="3133" y="4037"/>
                  <a:pt x="2018" y="4037"/>
                </a:cubicBezTo>
                <a:cubicBezTo>
                  <a:pt x="903" y="4037"/>
                  <a:pt x="0" y="3133"/>
                  <a:pt x="0" y="2019"/>
                </a:cubicBezTo>
                <a:cubicBezTo>
                  <a:pt x="0" y="904"/>
                  <a:pt x="903" y="0"/>
                  <a:pt x="2018" y="0"/>
                </a:cubicBezTo>
                <a:cubicBezTo>
                  <a:pt x="3133" y="0"/>
                  <a:pt x="4036" y="904"/>
                  <a:pt x="4036" y="2019"/>
                </a:cubicBezTo>
                <a:close/>
              </a:path>
            </a:pathLst>
          </a:custGeom>
          <a:noFill/>
          <a:ln w="38100" cap="flat">
            <a:solidFill>
              <a:schemeClr val="accent3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4" name="Freeform: Shape 313">
            <a:extLst>
              <a:ext uri="{FF2B5EF4-FFF2-40B4-BE49-F238E27FC236}">
                <a16:creationId xmlns:a16="http://schemas.microsoft.com/office/drawing/2014/main" id="{AB3B1CEF-4F14-4D93-84CF-5886C0E11FC4}"/>
              </a:ext>
            </a:extLst>
          </p:cNvPr>
          <p:cNvSpPr/>
          <p:nvPr/>
        </p:nvSpPr>
        <p:spPr>
          <a:xfrm>
            <a:off x="9891544" y="1701922"/>
            <a:ext cx="715708" cy="715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0" h="1150">
                <a:moveTo>
                  <a:pt x="1150" y="575"/>
                </a:moveTo>
                <a:cubicBezTo>
                  <a:pt x="1150" y="893"/>
                  <a:pt x="892" y="1150"/>
                  <a:pt x="575" y="1150"/>
                </a:cubicBezTo>
                <a:cubicBezTo>
                  <a:pt x="258" y="1150"/>
                  <a:pt x="0" y="893"/>
                  <a:pt x="0" y="575"/>
                </a:cubicBezTo>
                <a:cubicBezTo>
                  <a:pt x="0" y="258"/>
                  <a:pt x="258" y="0"/>
                  <a:pt x="575" y="0"/>
                </a:cubicBezTo>
                <a:cubicBezTo>
                  <a:pt x="892" y="0"/>
                  <a:pt x="1150" y="258"/>
                  <a:pt x="1150" y="575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2D5318AE-043D-4B17-9BAF-30B983F5237D}"/>
              </a:ext>
            </a:extLst>
          </p:cNvPr>
          <p:cNvSpPr txBox="1"/>
          <p:nvPr/>
        </p:nvSpPr>
        <p:spPr>
          <a:xfrm>
            <a:off x="762000" y="285609"/>
            <a:ext cx="10668000" cy="69506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ts val="4700"/>
              </a:lnSpc>
            </a:pPr>
            <a:r>
              <a:rPr lang="en-US" sz="3700" spc="-14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SEE FAR, START RIGHT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DBE6FDE3-27D4-4F41-9047-BB822AE04713}"/>
              </a:ext>
            </a:extLst>
          </p:cNvPr>
          <p:cNvSpPr txBox="1"/>
          <p:nvPr/>
        </p:nvSpPr>
        <p:spPr>
          <a:xfrm>
            <a:off x="762001" y="918735"/>
            <a:ext cx="106680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>
              <a:lnSpc>
                <a:spcPts val="2100"/>
              </a:lnSpc>
            </a:pPr>
            <a:r>
              <a:rPr lang="en-US" sz="1500" spc="-6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Some ABCs to guide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CE765100-1E65-476D-98EC-429D7A9A0341}"/>
              </a:ext>
            </a:extLst>
          </p:cNvPr>
          <p:cNvSpPr txBox="1"/>
          <p:nvPr/>
        </p:nvSpPr>
        <p:spPr>
          <a:xfrm>
            <a:off x="1632045" y="1746551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6DB58BD5-0666-4E6D-84BA-889A8754A474}"/>
              </a:ext>
            </a:extLst>
          </p:cNvPr>
          <p:cNvSpPr txBox="1"/>
          <p:nvPr/>
        </p:nvSpPr>
        <p:spPr>
          <a:xfrm>
            <a:off x="9945186" y="1739368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BB3305D-A1D4-4AA7-AA11-772449274265}"/>
              </a:ext>
            </a:extLst>
          </p:cNvPr>
          <p:cNvSpPr txBox="1"/>
          <p:nvPr/>
        </p:nvSpPr>
        <p:spPr>
          <a:xfrm>
            <a:off x="5792517" y="1782992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F0225BDF-E181-4378-B8FE-AEC59FAA2AFA}"/>
              </a:ext>
            </a:extLst>
          </p:cNvPr>
          <p:cNvSpPr txBox="1"/>
          <p:nvPr/>
        </p:nvSpPr>
        <p:spPr>
          <a:xfrm>
            <a:off x="994552" y="2451817"/>
            <a:ext cx="1871981" cy="7694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44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SPIRE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8974DC8F-DA6B-46BC-B50A-D0CA84AB6372}"/>
              </a:ext>
            </a:extLst>
          </p:cNvPr>
          <p:cNvSpPr txBox="1"/>
          <p:nvPr/>
        </p:nvSpPr>
        <p:spPr>
          <a:xfrm>
            <a:off x="462356" y="3429000"/>
            <a:ext cx="2936372" cy="13206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200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See far. </a:t>
            </a:r>
          </a:p>
          <a:p>
            <a:pPr algn="ctr" defTabSz="914217"/>
            <a:endParaRPr lang="en-US" sz="2000" spc="-10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 defTabSz="914217"/>
            <a:r>
              <a:rPr lang="en-US" sz="200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Know that you can get there. 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00ED30D-C98F-403E-854F-A56058F31411}"/>
              </a:ext>
            </a:extLst>
          </p:cNvPr>
          <p:cNvSpPr txBox="1"/>
          <p:nvPr/>
        </p:nvSpPr>
        <p:spPr>
          <a:xfrm>
            <a:off x="8738541" y="2451816"/>
            <a:ext cx="3025361" cy="7694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44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HALLENGE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5C40A47E-B60F-4C54-AB32-CB194E263C47}"/>
              </a:ext>
            </a:extLst>
          </p:cNvPr>
          <p:cNvSpPr txBox="1"/>
          <p:nvPr/>
        </p:nvSpPr>
        <p:spPr>
          <a:xfrm>
            <a:off x="8690211" y="3429000"/>
            <a:ext cx="3116915" cy="13345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195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 on your habits.</a:t>
            </a:r>
          </a:p>
          <a:p>
            <a:pPr algn="ctr" defTabSz="914217"/>
            <a:endParaRPr lang="en-US" sz="1950" spc="-10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 defTabSz="914217"/>
            <a:r>
              <a:rPr lang="en-US" sz="195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Joy is derived only through challenge. 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7C38DF42-D0FA-41DB-8BFB-D3EACB96C02C}"/>
              </a:ext>
            </a:extLst>
          </p:cNvPr>
          <p:cNvSpPr txBox="1"/>
          <p:nvPr/>
        </p:nvSpPr>
        <p:spPr>
          <a:xfrm>
            <a:off x="5160008" y="2457536"/>
            <a:ext cx="1871981" cy="7694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44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</a:t>
            </a:r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</a:t>
            </a: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64AD6771-967C-4BAF-B997-3A605AB8C811}"/>
              </a:ext>
            </a:extLst>
          </p:cNvPr>
          <p:cNvSpPr txBox="1"/>
          <p:nvPr/>
        </p:nvSpPr>
        <p:spPr>
          <a:xfrm>
            <a:off x="4312938" y="3429000"/>
            <a:ext cx="3566119" cy="13345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200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first step is to do. </a:t>
            </a:r>
          </a:p>
          <a:p>
            <a:pPr algn="ctr" defTabSz="914217"/>
            <a:endParaRPr lang="en-US" sz="2000" spc="-10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 defTabSz="914217"/>
            <a:r>
              <a:rPr lang="en-US" sz="200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next, is to be aware of how you are being.  </a:t>
            </a:r>
          </a:p>
        </p:txBody>
      </p:sp>
    </p:spTree>
    <p:extLst>
      <p:ext uri="{BB962C8B-B14F-4D97-AF65-F5344CB8AC3E}">
        <p14:creationId xmlns:p14="http://schemas.microsoft.com/office/powerpoint/2010/main" val="3407291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6" grpId="0" animBg="1"/>
      <p:bldP spid="239" grpId="0" animBg="1"/>
      <p:bldP spid="240" grpId="0" animBg="1"/>
      <p:bldP spid="313" grpId="0" animBg="1"/>
      <p:bldP spid="314" grpId="0" animBg="1"/>
      <p:bldP spid="493" grpId="0"/>
      <p:bldP spid="494" grpId="0"/>
      <p:bldP spid="497" grpId="0"/>
      <p:bldP spid="498" grpId="0"/>
      <p:bldP spid="499" grpId="0"/>
      <p:bldP spid="500" grpId="0"/>
      <p:bldP spid="501" grpId="0"/>
      <p:bldP spid="504" grpId="0"/>
      <p:bldP spid="50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26A56B7F-FBF5-4039-AAAB-148CD2BAE51D}"/>
              </a:ext>
            </a:extLst>
          </p:cNvPr>
          <p:cNvSpPr/>
          <p:nvPr/>
        </p:nvSpPr>
        <p:spPr>
          <a:xfrm>
            <a:off x="254363" y="2050320"/>
            <a:ext cx="3377097" cy="33770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7" h="4037">
                <a:moveTo>
                  <a:pt x="4037" y="2019"/>
                </a:moveTo>
                <a:cubicBezTo>
                  <a:pt x="4037" y="3133"/>
                  <a:pt x="3133" y="4037"/>
                  <a:pt x="2019" y="4037"/>
                </a:cubicBezTo>
                <a:cubicBezTo>
                  <a:pt x="904" y="4037"/>
                  <a:pt x="0" y="3133"/>
                  <a:pt x="0" y="2019"/>
                </a:cubicBezTo>
                <a:cubicBezTo>
                  <a:pt x="0" y="904"/>
                  <a:pt x="904" y="0"/>
                  <a:pt x="2019" y="0"/>
                </a:cubicBezTo>
                <a:cubicBezTo>
                  <a:pt x="3133" y="0"/>
                  <a:pt x="4037" y="904"/>
                  <a:pt x="4037" y="2019"/>
                </a:cubicBezTo>
                <a:close/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60551E5-45E7-4416-A3A9-AB6255919001}"/>
              </a:ext>
            </a:extLst>
          </p:cNvPr>
          <p:cNvSpPr/>
          <p:nvPr/>
        </p:nvSpPr>
        <p:spPr>
          <a:xfrm>
            <a:off x="1585370" y="1683097"/>
            <a:ext cx="715085" cy="715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50">
                <a:moveTo>
                  <a:pt x="1149" y="575"/>
                </a:moveTo>
                <a:cubicBezTo>
                  <a:pt x="1149" y="893"/>
                  <a:pt x="892" y="1150"/>
                  <a:pt x="575" y="1150"/>
                </a:cubicBezTo>
                <a:cubicBezTo>
                  <a:pt x="257" y="1150"/>
                  <a:pt x="0" y="893"/>
                  <a:pt x="0" y="575"/>
                </a:cubicBezTo>
                <a:cubicBezTo>
                  <a:pt x="0" y="258"/>
                  <a:pt x="257" y="0"/>
                  <a:pt x="575" y="0"/>
                </a:cubicBezTo>
                <a:cubicBezTo>
                  <a:pt x="892" y="0"/>
                  <a:pt x="1149" y="258"/>
                  <a:pt x="1149" y="57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EDA56100-C446-4707-A012-3185952A2126}"/>
              </a:ext>
            </a:extLst>
          </p:cNvPr>
          <p:cNvSpPr/>
          <p:nvPr/>
        </p:nvSpPr>
        <p:spPr>
          <a:xfrm>
            <a:off x="4407452" y="2092648"/>
            <a:ext cx="3377097" cy="33762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7" h="4036">
                <a:moveTo>
                  <a:pt x="4037" y="2018"/>
                </a:moveTo>
                <a:cubicBezTo>
                  <a:pt x="4037" y="3133"/>
                  <a:pt x="3133" y="4036"/>
                  <a:pt x="2018" y="4036"/>
                </a:cubicBezTo>
                <a:cubicBezTo>
                  <a:pt x="904" y="4036"/>
                  <a:pt x="0" y="3133"/>
                  <a:pt x="0" y="2018"/>
                </a:cubicBezTo>
                <a:cubicBezTo>
                  <a:pt x="0" y="903"/>
                  <a:pt x="904" y="0"/>
                  <a:pt x="2018" y="0"/>
                </a:cubicBezTo>
                <a:cubicBezTo>
                  <a:pt x="3133" y="0"/>
                  <a:pt x="4037" y="903"/>
                  <a:pt x="4037" y="2018"/>
                </a:cubicBezTo>
                <a:close/>
              </a:path>
            </a:pathLst>
          </a:custGeom>
          <a:noFill/>
          <a:ln w="38100" cap="flat">
            <a:solidFill>
              <a:schemeClr val="accent2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2F49AF54-CF92-4CCB-8F3A-69EBE0BAE406}"/>
              </a:ext>
            </a:extLst>
          </p:cNvPr>
          <p:cNvSpPr/>
          <p:nvPr/>
        </p:nvSpPr>
        <p:spPr>
          <a:xfrm>
            <a:off x="5738457" y="1720344"/>
            <a:ext cx="715085" cy="71508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49">
                <a:moveTo>
                  <a:pt x="1149" y="574"/>
                </a:moveTo>
                <a:cubicBezTo>
                  <a:pt x="1149" y="892"/>
                  <a:pt x="892" y="1149"/>
                  <a:pt x="574" y="1149"/>
                </a:cubicBezTo>
                <a:cubicBezTo>
                  <a:pt x="257" y="1149"/>
                  <a:pt x="0" y="892"/>
                  <a:pt x="0" y="574"/>
                </a:cubicBezTo>
                <a:cubicBezTo>
                  <a:pt x="0" y="257"/>
                  <a:pt x="257" y="0"/>
                  <a:pt x="574" y="0"/>
                </a:cubicBezTo>
                <a:cubicBezTo>
                  <a:pt x="892" y="0"/>
                  <a:pt x="1149" y="257"/>
                  <a:pt x="1149" y="574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3" name="Freeform: Shape 312">
            <a:extLst>
              <a:ext uri="{FF2B5EF4-FFF2-40B4-BE49-F238E27FC236}">
                <a16:creationId xmlns:a16="http://schemas.microsoft.com/office/drawing/2014/main" id="{4FCC6E84-7F83-42AD-8624-475D5BF4BE38}"/>
              </a:ext>
            </a:extLst>
          </p:cNvPr>
          <p:cNvSpPr/>
          <p:nvPr/>
        </p:nvSpPr>
        <p:spPr>
          <a:xfrm>
            <a:off x="8560539" y="2050943"/>
            <a:ext cx="3376260" cy="33770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6" h="4037">
                <a:moveTo>
                  <a:pt x="4036" y="2019"/>
                </a:moveTo>
                <a:cubicBezTo>
                  <a:pt x="4036" y="3133"/>
                  <a:pt x="3133" y="4037"/>
                  <a:pt x="2018" y="4037"/>
                </a:cubicBezTo>
                <a:cubicBezTo>
                  <a:pt x="903" y="4037"/>
                  <a:pt x="0" y="3133"/>
                  <a:pt x="0" y="2019"/>
                </a:cubicBezTo>
                <a:cubicBezTo>
                  <a:pt x="0" y="904"/>
                  <a:pt x="903" y="0"/>
                  <a:pt x="2018" y="0"/>
                </a:cubicBezTo>
                <a:cubicBezTo>
                  <a:pt x="3133" y="0"/>
                  <a:pt x="4036" y="904"/>
                  <a:pt x="4036" y="2019"/>
                </a:cubicBezTo>
                <a:close/>
              </a:path>
            </a:pathLst>
          </a:custGeom>
          <a:noFill/>
          <a:ln w="38100" cap="flat">
            <a:solidFill>
              <a:schemeClr val="accent3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4" name="Freeform: Shape 313">
            <a:extLst>
              <a:ext uri="{FF2B5EF4-FFF2-40B4-BE49-F238E27FC236}">
                <a16:creationId xmlns:a16="http://schemas.microsoft.com/office/drawing/2014/main" id="{AB3B1CEF-4F14-4D93-84CF-5886C0E11FC4}"/>
              </a:ext>
            </a:extLst>
          </p:cNvPr>
          <p:cNvSpPr/>
          <p:nvPr/>
        </p:nvSpPr>
        <p:spPr>
          <a:xfrm>
            <a:off x="9891544" y="1682014"/>
            <a:ext cx="715708" cy="715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0" h="1150">
                <a:moveTo>
                  <a:pt x="1150" y="575"/>
                </a:moveTo>
                <a:cubicBezTo>
                  <a:pt x="1150" y="893"/>
                  <a:pt x="892" y="1150"/>
                  <a:pt x="575" y="1150"/>
                </a:cubicBezTo>
                <a:cubicBezTo>
                  <a:pt x="258" y="1150"/>
                  <a:pt x="0" y="893"/>
                  <a:pt x="0" y="575"/>
                </a:cubicBezTo>
                <a:cubicBezTo>
                  <a:pt x="0" y="258"/>
                  <a:pt x="258" y="0"/>
                  <a:pt x="575" y="0"/>
                </a:cubicBezTo>
                <a:cubicBezTo>
                  <a:pt x="892" y="0"/>
                  <a:pt x="1150" y="258"/>
                  <a:pt x="1150" y="575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2D5318AE-043D-4B17-9BAF-30B983F5237D}"/>
              </a:ext>
            </a:extLst>
          </p:cNvPr>
          <p:cNvSpPr txBox="1"/>
          <p:nvPr/>
        </p:nvSpPr>
        <p:spPr>
          <a:xfrm>
            <a:off x="762000" y="285609"/>
            <a:ext cx="10668000" cy="69506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ts val="4700"/>
              </a:lnSpc>
            </a:pPr>
            <a:r>
              <a:rPr lang="en-US" sz="3700" spc="-14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SEE FAR, START RIGHT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DBE6FDE3-27D4-4F41-9047-BB822AE04713}"/>
              </a:ext>
            </a:extLst>
          </p:cNvPr>
          <p:cNvSpPr txBox="1"/>
          <p:nvPr/>
        </p:nvSpPr>
        <p:spPr>
          <a:xfrm>
            <a:off x="762001" y="918735"/>
            <a:ext cx="106680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>
              <a:lnSpc>
                <a:spcPts val="2100"/>
              </a:lnSpc>
            </a:pPr>
            <a:r>
              <a:rPr lang="en-US" sz="1500" spc="-6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Some ABCs to guide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CE765100-1E65-476D-98EC-429D7A9A0341}"/>
              </a:ext>
            </a:extLst>
          </p:cNvPr>
          <p:cNvSpPr txBox="1"/>
          <p:nvPr/>
        </p:nvSpPr>
        <p:spPr>
          <a:xfrm>
            <a:off x="1632045" y="1726643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6DB58BD5-0666-4E6D-84BA-889A8754A474}"/>
              </a:ext>
            </a:extLst>
          </p:cNvPr>
          <p:cNvSpPr txBox="1"/>
          <p:nvPr/>
        </p:nvSpPr>
        <p:spPr>
          <a:xfrm>
            <a:off x="9945186" y="1719460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BB3305D-A1D4-4AA7-AA11-772449274265}"/>
              </a:ext>
            </a:extLst>
          </p:cNvPr>
          <p:cNvSpPr txBox="1"/>
          <p:nvPr/>
        </p:nvSpPr>
        <p:spPr>
          <a:xfrm>
            <a:off x="5792517" y="1763084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F0225BDF-E181-4378-B8FE-AEC59FAA2AFA}"/>
              </a:ext>
            </a:extLst>
          </p:cNvPr>
          <p:cNvSpPr txBox="1"/>
          <p:nvPr/>
        </p:nvSpPr>
        <p:spPr>
          <a:xfrm>
            <a:off x="888912" y="2622293"/>
            <a:ext cx="20818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ACHIEVE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8974DC8F-DA6B-46BC-B50A-D0CA84AB6372}"/>
              </a:ext>
            </a:extLst>
          </p:cNvPr>
          <p:cNvSpPr txBox="1"/>
          <p:nvPr/>
        </p:nvSpPr>
        <p:spPr>
          <a:xfrm>
            <a:off x="782557" y="3603610"/>
            <a:ext cx="2294601" cy="4332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200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Reach &amp; Realise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00ED30D-C98F-403E-854F-A56058F31411}"/>
              </a:ext>
            </a:extLst>
          </p:cNvPr>
          <p:cNvSpPr txBox="1"/>
          <p:nvPr/>
        </p:nvSpPr>
        <p:spPr>
          <a:xfrm>
            <a:off x="8738541" y="2622294"/>
            <a:ext cx="302536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CONCEIVE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5C40A47E-B60F-4C54-AB32-CB194E263C47}"/>
              </a:ext>
            </a:extLst>
          </p:cNvPr>
          <p:cNvSpPr txBox="1"/>
          <p:nvPr/>
        </p:nvSpPr>
        <p:spPr>
          <a:xfrm>
            <a:off x="9160474" y="3603610"/>
            <a:ext cx="2491595" cy="3496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195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 &amp; Develop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7C38DF42-D0FA-41DB-8BFB-D3EACB96C02C}"/>
              </a:ext>
            </a:extLst>
          </p:cNvPr>
          <p:cNvSpPr txBox="1"/>
          <p:nvPr/>
        </p:nvSpPr>
        <p:spPr>
          <a:xfrm>
            <a:off x="5160008" y="2622294"/>
            <a:ext cx="187198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BELIEVE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64AD6771-967C-4BAF-B997-3A605AB8C811}"/>
              </a:ext>
            </a:extLst>
          </p:cNvPr>
          <p:cNvSpPr txBox="1"/>
          <p:nvPr/>
        </p:nvSpPr>
        <p:spPr>
          <a:xfrm>
            <a:off x="4899117" y="3604475"/>
            <a:ext cx="2607924" cy="3524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200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Feel &amp; Understand</a:t>
            </a:r>
          </a:p>
        </p:txBody>
      </p:sp>
    </p:spTree>
    <p:extLst>
      <p:ext uri="{BB962C8B-B14F-4D97-AF65-F5344CB8AC3E}">
        <p14:creationId xmlns:p14="http://schemas.microsoft.com/office/powerpoint/2010/main" val="2537293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6" grpId="0" animBg="1"/>
      <p:bldP spid="239" grpId="0" animBg="1"/>
      <p:bldP spid="240" grpId="0" animBg="1"/>
      <p:bldP spid="313" grpId="0" animBg="1"/>
      <p:bldP spid="314" grpId="0" animBg="1"/>
      <p:bldP spid="493" grpId="0"/>
      <p:bldP spid="494" grpId="0"/>
      <p:bldP spid="497" grpId="0"/>
      <p:bldP spid="498" grpId="0"/>
      <p:bldP spid="499" grpId="0"/>
      <p:bldP spid="500" grpId="0"/>
      <p:bldP spid="501" grpId="0"/>
      <p:bldP spid="504" grpId="0"/>
      <p:bldP spid="5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26A56B7F-FBF5-4039-AAAB-148CD2BAE51D}"/>
              </a:ext>
            </a:extLst>
          </p:cNvPr>
          <p:cNvSpPr/>
          <p:nvPr/>
        </p:nvSpPr>
        <p:spPr>
          <a:xfrm>
            <a:off x="254363" y="2050320"/>
            <a:ext cx="3377097" cy="33770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7" h="4037">
                <a:moveTo>
                  <a:pt x="4037" y="2019"/>
                </a:moveTo>
                <a:cubicBezTo>
                  <a:pt x="4037" y="3133"/>
                  <a:pt x="3133" y="4037"/>
                  <a:pt x="2019" y="4037"/>
                </a:cubicBezTo>
                <a:cubicBezTo>
                  <a:pt x="904" y="4037"/>
                  <a:pt x="0" y="3133"/>
                  <a:pt x="0" y="2019"/>
                </a:cubicBezTo>
                <a:cubicBezTo>
                  <a:pt x="0" y="904"/>
                  <a:pt x="904" y="0"/>
                  <a:pt x="2019" y="0"/>
                </a:cubicBezTo>
                <a:cubicBezTo>
                  <a:pt x="3133" y="0"/>
                  <a:pt x="4037" y="904"/>
                  <a:pt x="4037" y="2019"/>
                </a:cubicBezTo>
                <a:close/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60551E5-45E7-4416-A3A9-AB6255919001}"/>
              </a:ext>
            </a:extLst>
          </p:cNvPr>
          <p:cNvSpPr/>
          <p:nvPr/>
        </p:nvSpPr>
        <p:spPr>
          <a:xfrm>
            <a:off x="1585370" y="1683097"/>
            <a:ext cx="715085" cy="715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50">
                <a:moveTo>
                  <a:pt x="1149" y="575"/>
                </a:moveTo>
                <a:cubicBezTo>
                  <a:pt x="1149" y="893"/>
                  <a:pt x="892" y="1150"/>
                  <a:pt x="575" y="1150"/>
                </a:cubicBezTo>
                <a:cubicBezTo>
                  <a:pt x="257" y="1150"/>
                  <a:pt x="0" y="893"/>
                  <a:pt x="0" y="575"/>
                </a:cubicBezTo>
                <a:cubicBezTo>
                  <a:pt x="0" y="258"/>
                  <a:pt x="257" y="0"/>
                  <a:pt x="575" y="0"/>
                </a:cubicBezTo>
                <a:cubicBezTo>
                  <a:pt x="892" y="0"/>
                  <a:pt x="1149" y="258"/>
                  <a:pt x="1149" y="57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EDA56100-C446-4707-A012-3185952A2126}"/>
              </a:ext>
            </a:extLst>
          </p:cNvPr>
          <p:cNvSpPr/>
          <p:nvPr/>
        </p:nvSpPr>
        <p:spPr>
          <a:xfrm>
            <a:off x="4407452" y="2092648"/>
            <a:ext cx="3377097" cy="33762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7" h="4036">
                <a:moveTo>
                  <a:pt x="4037" y="2018"/>
                </a:moveTo>
                <a:cubicBezTo>
                  <a:pt x="4037" y="3133"/>
                  <a:pt x="3133" y="4036"/>
                  <a:pt x="2018" y="4036"/>
                </a:cubicBezTo>
                <a:cubicBezTo>
                  <a:pt x="904" y="4036"/>
                  <a:pt x="0" y="3133"/>
                  <a:pt x="0" y="2018"/>
                </a:cubicBezTo>
                <a:cubicBezTo>
                  <a:pt x="0" y="903"/>
                  <a:pt x="904" y="0"/>
                  <a:pt x="2018" y="0"/>
                </a:cubicBezTo>
                <a:cubicBezTo>
                  <a:pt x="3133" y="0"/>
                  <a:pt x="4037" y="903"/>
                  <a:pt x="4037" y="2018"/>
                </a:cubicBezTo>
                <a:close/>
              </a:path>
            </a:pathLst>
          </a:custGeom>
          <a:noFill/>
          <a:ln w="38100" cap="flat">
            <a:solidFill>
              <a:schemeClr val="accent2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2F49AF54-CF92-4CCB-8F3A-69EBE0BAE406}"/>
              </a:ext>
            </a:extLst>
          </p:cNvPr>
          <p:cNvSpPr/>
          <p:nvPr/>
        </p:nvSpPr>
        <p:spPr>
          <a:xfrm>
            <a:off x="5738457" y="1720344"/>
            <a:ext cx="715085" cy="71508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49">
                <a:moveTo>
                  <a:pt x="1149" y="574"/>
                </a:moveTo>
                <a:cubicBezTo>
                  <a:pt x="1149" y="892"/>
                  <a:pt x="892" y="1149"/>
                  <a:pt x="574" y="1149"/>
                </a:cubicBezTo>
                <a:cubicBezTo>
                  <a:pt x="257" y="1149"/>
                  <a:pt x="0" y="892"/>
                  <a:pt x="0" y="574"/>
                </a:cubicBezTo>
                <a:cubicBezTo>
                  <a:pt x="0" y="257"/>
                  <a:pt x="257" y="0"/>
                  <a:pt x="574" y="0"/>
                </a:cubicBezTo>
                <a:cubicBezTo>
                  <a:pt x="892" y="0"/>
                  <a:pt x="1149" y="257"/>
                  <a:pt x="1149" y="574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3" name="Freeform: Shape 312">
            <a:extLst>
              <a:ext uri="{FF2B5EF4-FFF2-40B4-BE49-F238E27FC236}">
                <a16:creationId xmlns:a16="http://schemas.microsoft.com/office/drawing/2014/main" id="{4FCC6E84-7F83-42AD-8624-475D5BF4BE38}"/>
              </a:ext>
            </a:extLst>
          </p:cNvPr>
          <p:cNvSpPr/>
          <p:nvPr/>
        </p:nvSpPr>
        <p:spPr>
          <a:xfrm>
            <a:off x="8560539" y="2050943"/>
            <a:ext cx="3376260" cy="33770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6" h="4037">
                <a:moveTo>
                  <a:pt x="4036" y="2019"/>
                </a:moveTo>
                <a:cubicBezTo>
                  <a:pt x="4036" y="3133"/>
                  <a:pt x="3133" y="4037"/>
                  <a:pt x="2018" y="4037"/>
                </a:cubicBezTo>
                <a:cubicBezTo>
                  <a:pt x="903" y="4037"/>
                  <a:pt x="0" y="3133"/>
                  <a:pt x="0" y="2019"/>
                </a:cubicBezTo>
                <a:cubicBezTo>
                  <a:pt x="0" y="904"/>
                  <a:pt x="903" y="0"/>
                  <a:pt x="2018" y="0"/>
                </a:cubicBezTo>
                <a:cubicBezTo>
                  <a:pt x="3133" y="0"/>
                  <a:pt x="4036" y="904"/>
                  <a:pt x="4036" y="2019"/>
                </a:cubicBezTo>
                <a:close/>
              </a:path>
            </a:pathLst>
          </a:custGeom>
          <a:noFill/>
          <a:ln w="38100" cap="flat">
            <a:solidFill>
              <a:schemeClr val="accent3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4" name="Freeform: Shape 313">
            <a:extLst>
              <a:ext uri="{FF2B5EF4-FFF2-40B4-BE49-F238E27FC236}">
                <a16:creationId xmlns:a16="http://schemas.microsoft.com/office/drawing/2014/main" id="{AB3B1CEF-4F14-4D93-84CF-5886C0E11FC4}"/>
              </a:ext>
            </a:extLst>
          </p:cNvPr>
          <p:cNvSpPr/>
          <p:nvPr/>
        </p:nvSpPr>
        <p:spPr>
          <a:xfrm>
            <a:off x="9891544" y="1682014"/>
            <a:ext cx="715708" cy="715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0" h="1150">
                <a:moveTo>
                  <a:pt x="1150" y="575"/>
                </a:moveTo>
                <a:cubicBezTo>
                  <a:pt x="1150" y="893"/>
                  <a:pt x="892" y="1150"/>
                  <a:pt x="575" y="1150"/>
                </a:cubicBezTo>
                <a:cubicBezTo>
                  <a:pt x="258" y="1150"/>
                  <a:pt x="0" y="893"/>
                  <a:pt x="0" y="575"/>
                </a:cubicBezTo>
                <a:cubicBezTo>
                  <a:pt x="0" y="258"/>
                  <a:pt x="258" y="0"/>
                  <a:pt x="575" y="0"/>
                </a:cubicBezTo>
                <a:cubicBezTo>
                  <a:pt x="892" y="0"/>
                  <a:pt x="1150" y="258"/>
                  <a:pt x="1150" y="575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2D5318AE-043D-4B17-9BAF-30B983F5237D}"/>
              </a:ext>
            </a:extLst>
          </p:cNvPr>
          <p:cNvSpPr txBox="1"/>
          <p:nvPr/>
        </p:nvSpPr>
        <p:spPr>
          <a:xfrm>
            <a:off x="762000" y="285609"/>
            <a:ext cx="10668000" cy="69506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ts val="4700"/>
              </a:lnSpc>
            </a:pPr>
            <a:r>
              <a:rPr lang="en-US" sz="3700" spc="-14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 &amp; BECOME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DBE6FDE3-27D4-4F41-9047-BB822AE04713}"/>
              </a:ext>
            </a:extLst>
          </p:cNvPr>
          <p:cNvSpPr txBox="1"/>
          <p:nvPr/>
        </p:nvSpPr>
        <p:spPr>
          <a:xfrm>
            <a:off x="762001" y="918735"/>
            <a:ext cx="106680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>
              <a:lnSpc>
                <a:spcPts val="2100"/>
              </a:lnSpc>
            </a:pPr>
            <a:r>
              <a:rPr lang="en-US" sz="1500" spc="-6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Some ABCs to guide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CE765100-1E65-476D-98EC-429D7A9A0341}"/>
              </a:ext>
            </a:extLst>
          </p:cNvPr>
          <p:cNvSpPr txBox="1"/>
          <p:nvPr/>
        </p:nvSpPr>
        <p:spPr>
          <a:xfrm>
            <a:off x="1632045" y="1726643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6DB58BD5-0666-4E6D-84BA-889A8754A474}"/>
              </a:ext>
            </a:extLst>
          </p:cNvPr>
          <p:cNvSpPr txBox="1"/>
          <p:nvPr/>
        </p:nvSpPr>
        <p:spPr>
          <a:xfrm>
            <a:off x="9945186" y="1719460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BB3305D-A1D4-4AA7-AA11-772449274265}"/>
              </a:ext>
            </a:extLst>
          </p:cNvPr>
          <p:cNvSpPr txBox="1"/>
          <p:nvPr/>
        </p:nvSpPr>
        <p:spPr>
          <a:xfrm>
            <a:off x="5792517" y="1763084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F0225BDF-E181-4378-B8FE-AEC59FAA2AFA}"/>
              </a:ext>
            </a:extLst>
          </p:cNvPr>
          <p:cNvSpPr txBox="1"/>
          <p:nvPr/>
        </p:nvSpPr>
        <p:spPr>
          <a:xfrm>
            <a:off x="755624" y="2622293"/>
            <a:ext cx="235980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ADVANCE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8974DC8F-DA6B-46BC-B50A-D0CA84AB6372}"/>
              </a:ext>
            </a:extLst>
          </p:cNvPr>
          <p:cNvSpPr txBox="1"/>
          <p:nvPr/>
        </p:nvSpPr>
        <p:spPr>
          <a:xfrm>
            <a:off x="384874" y="3564058"/>
            <a:ext cx="3186341" cy="4332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200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Improve</a:t>
            </a:r>
            <a:r>
              <a:rPr lang="en-US" sz="200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Know you can. </a:t>
            </a:r>
            <a:endParaRPr lang="en-US" sz="2000" i="1" spc="-10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00ED30D-C98F-403E-854F-A56058F31411}"/>
              </a:ext>
            </a:extLst>
          </p:cNvPr>
          <p:cNvSpPr txBox="1"/>
          <p:nvPr/>
        </p:nvSpPr>
        <p:spPr>
          <a:xfrm>
            <a:off x="8738541" y="2622294"/>
            <a:ext cx="302536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COMMIT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5C40A47E-B60F-4C54-AB32-CB194E263C47}"/>
              </a:ext>
            </a:extLst>
          </p:cNvPr>
          <p:cNvSpPr txBox="1"/>
          <p:nvPr/>
        </p:nvSpPr>
        <p:spPr>
          <a:xfrm>
            <a:off x="8690211" y="3564058"/>
            <a:ext cx="3116915" cy="3496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195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Dare</a:t>
            </a:r>
            <a:r>
              <a:rPr lang="en-US" sz="195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Set your mind.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7C38DF42-D0FA-41DB-8BFB-D3EACB96C02C}"/>
              </a:ext>
            </a:extLst>
          </p:cNvPr>
          <p:cNvSpPr txBox="1"/>
          <p:nvPr/>
        </p:nvSpPr>
        <p:spPr>
          <a:xfrm>
            <a:off x="4579727" y="2622293"/>
            <a:ext cx="310025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BUILD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64AD6771-967C-4BAF-B997-3A605AB8C811}"/>
              </a:ext>
            </a:extLst>
          </p:cNvPr>
          <p:cNvSpPr txBox="1"/>
          <p:nvPr/>
        </p:nvSpPr>
        <p:spPr>
          <a:xfrm>
            <a:off x="4437058" y="3564058"/>
            <a:ext cx="3317879" cy="3524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200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Focus</a:t>
            </a:r>
            <a:r>
              <a:rPr lang="en-US" sz="2000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Keep at it. </a:t>
            </a:r>
            <a:endParaRPr lang="en-US" sz="2000" i="1" spc="-10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57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6" grpId="0" animBg="1"/>
      <p:bldP spid="239" grpId="0" animBg="1"/>
      <p:bldP spid="240" grpId="0" animBg="1"/>
      <p:bldP spid="313" grpId="0" animBg="1"/>
      <p:bldP spid="314" grpId="0" animBg="1"/>
      <p:bldP spid="493" grpId="0"/>
      <p:bldP spid="494" grpId="0"/>
      <p:bldP spid="497" grpId="0"/>
      <p:bldP spid="498" grpId="0"/>
      <p:bldP spid="499" grpId="0"/>
      <p:bldP spid="500" grpId="0"/>
      <p:bldP spid="501" grpId="0"/>
      <p:bldP spid="504" grpId="0"/>
      <p:bldP spid="50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26A56B7F-FBF5-4039-AAAB-148CD2BAE51D}"/>
              </a:ext>
            </a:extLst>
          </p:cNvPr>
          <p:cNvSpPr/>
          <p:nvPr/>
        </p:nvSpPr>
        <p:spPr>
          <a:xfrm>
            <a:off x="254363" y="2050320"/>
            <a:ext cx="3377097" cy="33770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7" h="4037">
                <a:moveTo>
                  <a:pt x="4037" y="2019"/>
                </a:moveTo>
                <a:cubicBezTo>
                  <a:pt x="4037" y="3133"/>
                  <a:pt x="3133" y="4037"/>
                  <a:pt x="2019" y="4037"/>
                </a:cubicBezTo>
                <a:cubicBezTo>
                  <a:pt x="904" y="4037"/>
                  <a:pt x="0" y="3133"/>
                  <a:pt x="0" y="2019"/>
                </a:cubicBezTo>
                <a:cubicBezTo>
                  <a:pt x="0" y="904"/>
                  <a:pt x="904" y="0"/>
                  <a:pt x="2019" y="0"/>
                </a:cubicBezTo>
                <a:cubicBezTo>
                  <a:pt x="3133" y="0"/>
                  <a:pt x="4037" y="904"/>
                  <a:pt x="4037" y="2019"/>
                </a:cubicBezTo>
                <a:close/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60551E5-45E7-4416-A3A9-AB6255919001}"/>
              </a:ext>
            </a:extLst>
          </p:cNvPr>
          <p:cNvSpPr/>
          <p:nvPr/>
        </p:nvSpPr>
        <p:spPr>
          <a:xfrm>
            <a:off x="1585370" y="1683097"/>
            <a:ext cx="715085" cy="715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50">
                <a:moveTo>
                  <a:pt x="1149" y="575"/>
                </a:moveTo>
                <a:cubicBezTo>
                  <a:pt x="1149" y="893"/>
                  <a:pt x="892" y="1150"/>
                  <a:pt x="575" y="1150"/>
                </a:cubicBezTo>
                <a:cubicBezTo>
                  <a:pt x="257" y="1150"/>
                  <a:pt x="0" y="893"/>
                  <a:pt x="0" y="575"/>
                </a:cubicBezTo>
                <a:cubicBezTo>
                  <a:pt x="0" y="258"/>
                  <a:pt x="257" y="0"/>
                  <a:pt x="575" y="0"/>
                </a:cubicBezTo>
                <a:cubicBezTo>
                  <a:pt x="892" y="0"/>
                  <a:pt x="1149" y="258"/>
                  <a:pt x="1149" y="57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EDA56100-C446-4707-A012-3185952A2126}"/>
              </a:ext>
            </a:extLst>
          </p:cNvPr>
          <p:cNvSpPr/>
          <p:nvPr/>
        </p:nvSpPr>
        <p:spPr>
          <a:xfrm>
            <a:off x="4407452" y="2092648"/>
            <a:ext cx="3377097" cy="33762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7" h="4036">
                <a:moveTo>
                  <a:pt x="4037" y="2018"/>
                </a:moveTo>
                <a:cubicBezTo>
                  <a:pt x="4037" y="3133"/>
                  <a:pt x="3133" y="4036"/>
                  <a:pt x="2018" y="4036"/>
                </a:cubicBezTo>
                <a:cubicBezTo>
                  <a:pt x="904" y="4036"/>
                  <a:pt x="0" y="3133"/>
                  <a:pt x="0" y="2018"/>
                </a:cubicBezTo>
                <a:cubicBezTo>
                  <a:pt x="0" y="903"/>
                  <a:pt x="904" y="0"/>
                  <a:pt x="2018" y="0"/>
                </a:cubicBezTo>
                <a:cubicBezTo>
                  <a:pt x="3133" y="0"/>
                  <a:pt x="4037" y="903"/>
                  <a:pt x="4037" y="2018"/>
                </a:cubicBezTo>
                <a:close/>
              </a:path>
            </a:pathLst>
          </a:custGeom>
          <a:noFill/>
          <a:ln w="38100" cap="flat">
            <a:solidFill>
              <a:schemeClr val="accent2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2F49AF54-CF92-4CCB-8F3A-69EBE0BAE406}"/>
              </a:ext>
            </a:extLst>
          </p:cNvPr>
          <p:cNvSpPr/>
          <p:nvPr/>
        </p:nvSpPr>
        <p:spPr>
          <a:xfrm>
            <a:off x="5738457" y="1720344"/>
            <a:ext cx="715085" cy="71508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49">
                <a:moveTo>
                  <a:pt x="1149" y="574"/>
                </a:moveTo>
                <a:cubicBezTo>
                  <a:pt x="1149" y="892"/>
                  <a:pt x="892" y="1149"/>
                  <a:pt x="574" y="1149"/>
                </a:cubicBezTo>
                <a:cubicBezTo>
                  <a:pt x="257" y="1149"/>
                  <a:pt x="0" y="892"/>
                  <a:pt x="0" y="574"/>
                </a:cubicBezTo>
                <a:cubicBezTo>
                  <a:pt x="0" y="257"/>
                  <a:pt x="257" y="0"/>
                  <a:pt x="574" y="0"/>
                </a:cubicBezTo>
                <a:cubicBezTo>
                  <a:pt x="892" y="0"/>
                  <a:pt x="1149" y="257"/>
                  <a:pt x="1149" y="574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3" name="Freeform: Shape 312">
            <a:extLst>
              <a:ext uri="{FF2B5EF4-FFF2-40B4-BE49-F238E27FC236}">
                <a16:creationId xmlns:a16="http://schemas.microsoft.com/office/drawing/2014/main" id="{4FCC6E84-7F83-42AD-8624-475D5BF4BE38}"/>
              </a:ext>
            </a:extLst>
          </p:cNvPr>
          <p:cNvSpPr/>
          <p:nvPr/>
        </p:nvSpPr>
        <p:spPr>
          <a:xfrm>
            <a:off x="8560539" y="2050943"/>
            <a:ext cx="3376260" cy="33770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36" h="4037">
                <a:moveTo>
                  <a:pt x="4036" y="2019"/>
                </a:moveTo>
                <a:cubicBezTo>
                  <a:pt x="4036" y="3133"/>
                  <a:pt x="3133" y="4037"/>
                  <a:pt x="2018" y="4037"/>
                </a:cubicBezTo>
                <a:cubicBezTo>
                  <a:pt x="903" y="4037"/>
                  <a:pt x="0" y="3133"/>
                  <a:pt x="0" y="2019"/>
                </a:cubicBezTo>
                <a:cubicBezTo>
                  <a:pt x="0" y="904"/>
                  <a:pt x="903" y="0"/>
                  <a:pt x="2018" y="0"/>
                </a:cubicBezTo>
                <a:cubicBezTo>
                  <a:pt x="3133" y="0"/>
                  <a:pt x="4036" y="904"/>
                  <a:pt x="4036" y="2019"/>
                </a:cubicBezTo>
                <a:close/>
              </a:path>
            </a:pathLst>
          </a:custGeom>
          <a:noFill/>
          <a:ln w="38100" cap="flat">
            <a:solidFill>
              <a:schemeClr val="accent3"/>
            </a:solidFill>
            <a:prstDash val="solid"/>
            <a:round/>
          </a:ln>
        </p:spPr>
        <p:txBody>
          <a:bodyPr vert="horz" wrap="none" lIns="2700" tIns="2700" rIns="2700" bIns="27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4" name="Freeform: Shape 313">
            <a:extLst>
              <a:ext uri="{FF2B5EF4-FFF2-40B4-BE49-F238E27FC236}">
                <a16:creationId xmlns:a16="http://schemas.microsoft.com/office/drawing/2014/main" id="{AB3B1CEF-4F14-4D93-84CF-5886C0E11FC4}"/>
              </a:ext>
            </a:extLst>
          </p:cNvPr>
          <p:cNvSpPr/>
          <p:nvPr/>
        </p:nvSpPr>
        <p:spPr>
          <a:xfrm>
            <a:off x="9891544" y="1682014"/>
            <a:ext cx="715708" cy="715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0" h="1150">
                <a:moveTo>
                  <a:pt x="1150" y="575"/>
                </a:moveTo>
                <a:cubicBezTo>
                  <a:pt x="1150" y="893"/>
                  <a:pt x="892" y="1150"/>
                  <a:pt x="575" y="1150"/>
                </a:cubicBezTo>
                <a:cubicBezTo>
                  <a:pt x="258" y="1150"/>
                  <a:pt x="0" y="893"/>
                  <a:pt x="0" y="575"/>
                </a:cubicBezTo>
                <a:cubicBezTo>
                  <a:pt x="0" y="258"/>
                  <a:pt x="258" y="0"/>
                  <a:pt x="575" y="0"/>
                </a:cubicBezTo>
                <a:cubicBezTo>
                  <a:pt x="892" y="0"/>
                  <a:pt x="1150" y="258"/>
                  <a:pt x="1150" y="575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defTabSz="914217" hangingPunct="0"/>
            <a:endParaRPr lang="en-US" sz="900">
              <a:solidFill>
                <a:srgbClr val="747A94"/>
              </a:solidFill>
              <a:latin typeface="Arial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2D5318AE-043D-4B17-9BAF-30B983F5237D}"/>
              </a:ext>
            </a:extLst>
          </p:cNvPr>
          <p:cNvSpPr txBox="1"/>
          <p:nvPr/>
        </p:nvSpPr>
        <p:spPr>
          <a:xfrm>
            <a:off x="762000" y="285609"/>
            <a:ext cx="10668000" cy="69506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ts val="4700"/>
              </a:lnSpc>
            </a:pPr>
            <a:r>
              <a:rPr lang="en-US" sz="3700" spc="-14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 &amp; BECOME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DBE6FDE3-27D4-4F41-9047-BB822AE04713}"/>
              </a:ext>
            </a:extLst>
          </p:cNvPr>
          <p:cNvSpPr txBox="1"/>
          <p:nvPr/>
        </p:nvSpPr>
        <p:spPr>
          <a:xfrm>
            <a:off x="762001" y="918735"/>
            <a:ext cx="106680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>
              <a:lnSpc>
                <a:spcPts val="2100"/>
              </a:lnSpc>
            </a:pPr>
            <a:r>
              <a:rPr lang="en-US" sz="1500" spc="-6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Some ABCs to guide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CE765100-1E65-476D-98EC-429D7A9A0341}"/>
              </a:ext>
            </a:extLst>
          </p:cNvPr>
          <p:cNvSpPr txBox="1"/>
          <p:nvPr/>
        </p:nvSpPr>
        <p:spPr>
          <a:xfrm>
            <a:off x="1632045" y="1726643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6DB58BD5-0666-4E6D-84BA-889A8754A474}"/>
              </a:ext>
            </a:extLst>
          </p:cNvPr>
          <p:cNvSpPr txBox="1"/>
          <p:nvPr/>
        </p:nvSpPr>
        <p:spPr>
          <a:xfrm>
            <a:off x="9945186" y="1719460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BB3305D-A1D4-4AA7-AA11-772449274265}"/>
              </a:ext>
            </a:extLst>
          </p:cNvPr>
          <p:cNvSpPr txBox="1"/>
          <p:nvPr/>
        </p:nvSpPr>
        <p:spPr>
          <a:xfrm>
            <a:off x="5792517" y="1763084"/>
            <a:ext cx="606966" cy="6617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defTabSz="914217">
              <a:lnSpc>
                <a:spcPct val="100000"/>
              </a:lnSpc>
            </a:pPr>
            <a:r>
              <a:rPr lang="en-US" sz="3700" spc="-1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F0225BDF-E181-4378-B8FE-AEC59FAA2AFA}"/>
              </a:ext>
            </a:extLst>
          </p:cNvPr>
          <p:cNvSpPr txBox="1"/>
          <p:nvPr/>
        </p:nvSpPr>
        <p:spPr>
          <a:xfrm>
            <a:off x="763007" y="2775360"/>
            <a:ext cx="235980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ATTAIN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8974DC8F-DA6B-46BC-B50A-D0CA84AB6372}"/>
              </a:ext>
            </a:extLst>
          </p:cNvPr>
          <p:cNvSpPr txBox="1"/>
          <p:nvPr/>
        </p:nvSpPr>
        <p:spPr>
          <a:xfrm>
            <a:off x="384874" y="3564058"/>
            <a:ext cx="3186341" cy="7093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200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Remember your goals. </a:t>
            </a:r>
          </a:p>
          <a:p>
            <a:pPr algn="ctr" defTabSz="914217"/>
            <a:r>
              <a:rPr lang="en-US" sz="200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Maintain your focus. 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00ED30D-C98F-403E-854F-A56058F31411}"/>
              </a:ext>
            </a:extLst>
          </p:cNvPr>
          <p:cNvSpPr txBox="1"/>
          <p:nvPr/>
        </p:nvSpPr>
        <p:spPr>
          <a:xfrm>
            <a:off x="8646986" y="2775218"/>
            <a:ext cx="320336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CONSOLIDATE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5C40A47E-B60F-4C54-AB32-CB194E263C47}"/>
              </a:ext>
            </a:extLst>
          </p:cNvPr>
          <p:cNvSpPr txBox="1"/>
          <p:nvPr/>
        </p:nvSpPr>
        <p:spPr>
          <a:xfrm>
            <a:off x="8690211" y="3564058"/>
            <a:ext cx="3116915" cy="7093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US" sz="195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Pull things together. </a:t>
            </a:r>
          </a:p>
          <a:p>
            <a:pPr algn="ctr" defTabSz="914217"/>
            <a:r>
              <a:rPr lang="en-US" sz="195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Actively summarise. </a:t>
            </a:r>
            <a:endParaRPr lang="en-US" sz="1950" spc="-10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7C38DF42-D0FA-41DB-8BFB-D3EACB96C02C}"/>
              </a:ext>
            </a:extLst>
          </p:cNvPr>
          <p:cNvSpPr txBox="1"/>
          <p:nvPr/>
        </p:nvSpPr>
        <p:spPr>
          <a:xfrm>
            <a:off x="4545871" y="2775218"/>
            <a:ext cx="310025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200" b="1" spc="-15" dirty="0">
                <a:solidFill>
                  <a:srgbClr val="11134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BECOME</a:t>
            </a:r>
            <a:endParaRPr lang="en-US" sz="2000" b="1" spc="-15" dirty="0">
              <a:solidFill>
                <a:srgbClr val="11134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64AD6771-967C-4BAF-B997-3A605AB8C811}"/>
              </a:ext>
            </a:extLst>
          </p:cNvPr>
          <p:cNvSpPr txBox="1"/>
          <p:nvPr/>
        </p:nvSpPr>
        <p:spPr>
          <a:xfrm>
            <a:off x="4437058" y="3564058"/>
            <a:ext cx="3317879" cy="7093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217"/>
            <a:r>
              <a:rPr lang="en-SG" sz="200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Strategise. </a:t>
            </a:r>
          </a:p>
          <a:p>
            <a:pPr algn="ctr" defTabSz="914217"/>
            <a:r>
              <a:rPr lang="en-SG" sz="2000" i="1" spc="-10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Regulate your emotions. </a:t>
            </a:r>
          </a:p>
        </p:txBody>
      </p:sp>
    </p:spTree>
    <p:extLst>
      <p:ext uri="{BB962C8B-B14F-4D97-AF65-F5344CB8AC3E}">
        <p14:creationId xmlns:p14="http://schemas.microsoft.com/office/powerpoint/2010/main" val="2278663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6" grpId="0" animBg="1"/>
      <p:bldP spid="239" grpId="0" animBg="1"/>
      <p:bldP spid="240" grpId="0" animBg="1"/>
      <p:bldP spid="313" grpId="0" animBg="1"/>
      <p:bldP spid="314" grpId="0" animBg="1"/>
      <p:bldP spid="493" grpId="0"/>
      <p:bldP spid="494" grpId="0"/>
      <p:bldP spid="497" grpId="0"/>
      <p:bldP spid="498" grpId="0"/>
      <p:bldP spid="499" grpId="0"/>
      <p:bldP spid="500" grpId="0"/>
      <p:bldP spid="501" grpId="0"/>
      <p:bldP spid="504" grpId="0"/>
      <p:bldP spid="50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16DA-133F-7789-B9CE-B5961609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34479"/>
          </a:xfrm>
        </p:spPr>
        <p:txBody>
          <a:bodyPr>
            <a:noAutofit/>
          </a:bodyPr>
          <a:lstStyle/>
          <a:p>
            <a:r>
              <a:rPr lang="en-SG" sz="4800" b="1" u="sng" dirty="0"/>
              <a:t>How To?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A86C0-E7AB-F1B8-F896-B74074F71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4481"/>
            <a:ext cx="12192000" cy="5654351"/>
          </a:xfrm>
        </p:spPr>
        <p:txBody>
          <a:bodyPr>
            <a:normAutofit lnSpcReduction="10000"/>
          </a:bodyPr>
          <a:lstStyle/>
          <a:p>
            <a:r>
              <a:rPr lang="en-SG" u="sng" dirty="0">
                <a:solidFill>
                  <a:srgbClr val="C63531"/>
                </a:solidFill>
              </a:rPr>
              <a:t>Actively Summarise</a:t>
            </a:r>
          </a:p>
          <a:p>
            <a:pPr lvl="1"/>
            <a:r>
              <a:rPr lang="en-SG" dirty="0">
                <a:solidFill>
                  <a:srgbClr val="000C53"/>
                </a:solidFill>
              </a:rPr>
              <a:t>Keep asking questions while reading &amp; listening</a:t>
            </a:r>
          </a:p>
          <a:p>
            <a:pPr lvl="2"/>
            <a:r>
              <a:rPr lang="en-SG" i="1" dirty="0"/>
              <a:t>What questions could be asked of this concept?</a:t>
            </a:r>
          </a:p>
          <a:p>
            <a:pPr lvl="2"/>
            <a:r>
              <a:rPr lang="en-SG" i="1" dirty="0"/>
              <a:t>How might this be used or applied? </a:t>
            </a:r>
          </a:p>
          <a:p>
            <a:pPr lvl="1"/>
            <a:r>
              <a:rPr lang="en-SG" dirty="0">
                <a:solidFill>
                  <a:srgbClr val="000C53"/>
                </a:solidFill>
              </a:rPr>
              <a:t>Write notes | Mind map | Link</a:t>
            </a:r>
          </a:p>
          <a:p>
            <a:r>
              <a:rPr lang="en-SG" u="sng" dirty="0">
                <a:solidFill>
                  <a:srgbClr val="C63531"/>
                </a:solidFill>
              </a:rPr>
              <a:t>Regulate Emotions</a:t>
            </a:r>
          </a:p>
          <a:p>
            <a:pPr lvl="1"/>
            <a:r>
              <a:rPr lang="en-SG" dirty="0">
                <a:solidFill>
                  <a:srgbClr val="000C53"/>
                </a:solidFill>
              </a:rPr>
              <a:t>Use the tools you have learnt</a:t>
            </a:r>
          </a:p>
          <a:p>
            <a:pPr lvl="2"/>
            <a:r>
              <a:rPr lang="en-SG" dirty="0"/>
              <a:t>Breathing techniques</a:t>
            </a:r>
          </a:p>
          <a:p>
            <a:pPr lvl="2"/>
            <a:r>
              <a:rPr lang="en-SG" dirty="0"/>
              <a:t>Spot | Stop | Swap</a:t>
            </a:r>
          </a:p>
          <a:p>
            <a:pPr lvl="1"/>
            <a:r>
              <a:rPr lang="en-SG" dirty="0">
                <a:solidFill>
                  <a:srgbClr val="000C53"/>
                </a:solidFill>
              </a:rPr>
              <a:t>Minimise stress</a:t>
            </a:r>
          </a:p>
          <a:p>
            <a:pPr lvl="2"/>
            <a:r>
              <a:rPr lang="en-SG" dirty="0"/>
              <a:t>Start early</a:t>
            </a:r>
          </a:p>
          <a:p>
            <a:pPr lvl="2"/>
            <a:r>
              <a:rPr lang="en-SG" dirty="0"/>
              <a:t>Reduce distractions </a:t>
            </a:r>
          </a:p>
          <a:p>
            <a:r>
              <a:rPr lang="en-SG" u="sng" dirty="0">
                <a:solidFill>
                  <a:srgbClr val="C63531"/>
                </a:solidFill>
              </a:rPr>
              <a:t>Keep Focus</a:t>
            </a:r>
          </a:p>
          <a:p>
            <a:pPr lvl="1"/>
            <a:r>
              <a:rPr lang="en-SG" dirty="0">
                <a:solidFill>
                  <a:srgbClr val="000C53"/>
                </a:solidFill>
              </a:rPr>
              <a:t>Plan &amp; Schedule (you have time if you start </a:t>
            </a:r>
            <a:r>
              <a:rPr lang="en-SG" i="1" dirty="0">
                <a:solidFill>
                  <a:srgbClr val="000C53"/>
                </a:solidFill>
              </a:rPr>
              <a:t>now</a:t>
            </a:r>
            <a:r>
              <a:rPr lang="en-SG" dirty="0">
                <a:solidFill>
                  <a:srgbClr val="000C53"/>
                </a:solidFill>
              </a:rPr>
              <a:t>)</a:t>
            </a:r>
          </a:p>
          <a:p>
            <a:pPr lvl="1"/>
            <a:r>
              <a:rPr lang="en-SG" dirty="0">
                <a:solidFill>
                  <a:srgbClr val="000C53"/>
                </a:solidFill>
              </a:rPr>
              <a:t>Take breaks &amp; exercise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87441-E461-AD80-6BD3-B0FEFB6B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2F0CFC-2843-4870-B037-986633CF0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6A6EA-ADDF-409A-816E-51E6F0B7A1E5}"/>
              </a:ext>
            </a:extLst>
          </p:cNvPr>
          <p:cNvSpPr txBox="1"/>
          <p:nvPr/>
        </p:nvSpPr>
        <p:spPr>
          <a:xfrm>
            <a:off x="250464" y="-1621967"/>
            <a:ext cx="3510898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9500" dirty="0">
                <a:solidFill>
                  <a:srgbClr val="000C53"/>
                </a:solidFill>
                <a:latin typeface="Algerian" panose="04020705040A02060702" pitchFamily="82" charset="0"/>
              </a:rPr>
              <a:t>H</a:t>
            </a:r>
            <a:endParaRPr lang="en-SG" sz="59500" dirty="0">
              <a:solidFill>
                <a:srgbClr val="000C53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280B3-4434-4DA2-85C6-0A9652B6DF19}"/>
              </a:ext>
            </a:extLst>
          </p:cNvPr>
          <p:cNvSpPr txBox="1"/>
          <p:nvPr/>
        </p:nvSpPr>
        <p:spPr>
          <a:xfrm>
            <a:off x="4847404" y="578486"/>
            <a:ext cx="22476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000C53"/>
                </a:solidFill>
              </a:rPr>
              <a:t>EALTH</a:t>
            </a:r>
            <a:endParaRPr lang="en-SG" sz="6400" dirty="0">
              <a:solidFill>
                <a:srgbClr val="000C5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0C7FB-DED0-4B20-84C4-C986D7A3DD16}"/>
              </a:ext>
            </a:extLst>
          </p:cNvPr>
          <p:cNvSpPr txBox="1"/>
          <p:nvPr/>
        </p:nvSpPr>
        <p:spPr>
          <a:xfrm>
            <a:off x="4653003" y="1494102"/>
            <a:ext cx="29738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000C53"/>
                </a:solidFill>
              </a:rPr>
              <a:t>UMILITY</a:t>
            </a:r>
            <a:endParaRPr lang="en-SG" sz="6400" dirty="0">
              <a:solidFill>
                <a:srgbClr val="000C5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7635D-DC4C-4247-A961-3B948BF4E290}"/>
              </a:ext>
            </a:extLst>
          </p:cNvPr>
          <p:cNvSpPr txBox="1"/>
          <p:nvPr/>
        </p:nvSpPr>
        <p:spPr>
          <a:xfrm>
            <a:off x="4727960" y="2328441"/>
            <a:ext cx="28239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000C53"/>
                </a:solidFill>
              </a:rPr>
              <a:t>ONESTY</a:t>
            </a:r>
            <a:endParaRPr lang="en-SG" sz="6400" dirty="0">
              <a:solidFill>
                <a:srgbClr val="000C5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2BB1A-0BB4-45BB-B41A-ED055E26B558}"/>
              </a:ext>
            </a:extLst>
          </p:cNvPr>
          <p:cNvSpPr txBox="1"/>
          <p:nvPr/>
        </p:nvSpPr>
        <p:spPr>
          <a:xfrm>
            <a:off x="5018702" y="3061483"/>
            <a:ext cx="1905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000C53"/>
                </a:solidFill>
              </a:rPr>
              <a:t>APPY</a:t>
            </a:r>
            <a:endParaRPr lang="en-SG" sz="6400" dirty="0">
              <a:solidFill>
                <a:srgbClr val="000C5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61CB88-4FF4-4770-A20B-7AB463ECFA5F}"/>
              </a:ext>
            </a:extLst>
          </p:cNvPr>
          <p:cNvSpPr txBox="1"/>
          <p:nvPr/>
        </p:nvSpPr>
        <p:spPr>
          <a:xfrm>
            <a:off x="5194422" y="3814055"/>
            <a:ext cx="15536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000C53"/>
                </a:solidFill>
              </a:rPr>
              <a:t>OPE</a:t>
            </a:r>
            <a:endParaRPr lang="en-SG" sz="6400" dirty="0">
              <a:solidFill>
                <a:srgbClr val="000C5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F910A-C396-4795-BF46-B2B76B6ED860}"/>
              </a:ext>
            </a:extLst>
          </p:cNvPr>
          <p:cNvSpPr txBox="1"/>
          <p:nvPr/>
        </p:nvSpPr>
        <p:spPr>
          <a:xfrm>
            <a:off x="5295906" y="4628864"/>
            <a:ext cx="13548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000C53"/>
                </a:solidFill>
              </a:rPr>
              <a:t>ELP</a:t>
            </a:r>
            <a:endParaRPr lang="en-SG" sz="6400" dirty="0">
              <a:solidFill>
                <a:srgbClr val="000C53"/>
              </a:solidFill>
            </a:endParaRPr>
          </a:p>
        </p:txBody>
      </p:sp>
      <p:pic>
        <p:nvPicPr>
          <p:cNvPr id="11" name="Graphic 10" descr="Hand outline">
            <a:extLst>
              <a:ext uri="{FF2B5EF4-FFF2-40B4-BE49-F238E27FC236}">
                <a16:creationId xmlns:a16="http://schemas.microsoft.com/office/drawing/2014/main" id="{C252B3C5-54F3-4AF5-8F92-90651C76D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8303" y="2087976"/>
            <a:ext cx="914400" cy="914400"/>
          </a:xfrm>
          <a:prstGeom prst="rect">
            <a:avLst/>
          </a:prstGeom>
        </p:spPr>
      </p:pic>
      <p:pic>
        <p:nvPicPr>
          <p:cNvPr id="13" name="Graphic 12" descr="Heart outline">
            <a:extLst>
              <a:ext uri="{FF2B5EF4-FFF2-40B4-BE49-F238E27FC236}">
                <a16:creationId xmlns:a16="http://schemas.microsoft.com/office/drawing/2014/main" id="{630BFBA1-A647-4B97-8723-A26BCF67B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0968" y="1763342"/>
            <a:ext cx="914400" cy="914400"/>
          </a:xfrm>
          <a:prstGeom prst="rect">
            <a:avLst/>
          </a:prstGeom>
        </p:spPr>
      </p:pic>
      <p:pic>
        <p:nvPicPr>
          <p:cNvPr id="15" name="Graphic 14" descr="Heart with pulse outline">
            <a:extLst>
              <a:ext uri="{FF2B5EF4-FFF2-40B4-BE49-F238E27FC236}">
                <a16:creationId xmlns:a16="http://schemas.microsoft.com/office/drawing/2014/main" id="{2C15B8A9-1D3C-4DAB-8C01-FA8158D3B3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6699" y="745497"/>
            <a:ext cx="914400" cy="914400"/>
          </a:xfrm>
          <a:prstGeom prst="rect">
            <a:avLst/>
          </a:prstGeom>
        </p:spPr>
      </p:pic>
      <p:pic>
        <p:nvPicPr>
          <p:cNvPr id="17" name="Graphic 16" descr="Scales of justice outline">
            <a:extLst>
              <a:ext uri="{FF2B5EF4-FFF2-40B4-BE49-F238E27FC236}">
                <a16:creationId xmlns:a16="http://schemas.microsoft.com/office/drawing/2014/main" id="{8C9570DA-764F-4299-AFD0-3298485242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9600" y="3895464"/>
            <a:ext cx="914400" cy="914400"/>
          </a:xfrm>
          <a:prstGeom prst="rect">
            <a:avLst/>
          </a:prstGeom>
        </p:spPr>
      </p:pic>
      <p:pic>
        <p:nvPicPr>
          <p:cNvPr id="19" name="Graphic 18" descr="Open hand outline">
            <a:extLst>
              <a:ext uri="{FF2B5EF4-FFF2-40B4-BE49-F238E27FC236}">
                <a16:creationId xmlns:a16="http://schemas.microsoft.com/office/drawing/2014/main" id="{D57FB282-4378-429E-9749-418408C66F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1335" y="4710273"/>
            <a:ext cx="914400" cy="914400"/>
          </a:xfrm>
          <a:prstGeom prst="rect">
            <a:avLst/>
          </a:prstGeom>
        </p:spPr>
      </p:pic>
      <p:pic>
        <p:nvPicPr>
          <p:cNvPr id="21" name="Graphic 20" descr="Dance outline">
            <a:extLst>
              <a:ext uri="{FF2B5EF4-FFF2-40B4-BE49-F238E27FC236}">
                <a16:creationId xmlns:a16="http://schemas.microsoft.com/office/drawing/2014/main" id="{55442027-845D-4573-959C-81DFA2256B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31335" y="31428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5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3000-B16C-4B71-A42D-D59AC2D4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9738"/>
            <a:ext cx="12192000" cy="2852737"/>
          </a:xfrm>
        </p:spPr>
        <p:txBody>
          <a:bodyPr>
            <a:normAutofit/>
          </a:bodyPr>
          <a:lstStyle/>
          <a:p>
            <a:pPr algn="ctr"/>
            <a:r>
              <a:rPr lang="en-SG" sz="13800" b="1" i="1" dirty="0">
                <a:solidFill>
                  <a:srgbClr val="000C53"/>
                </a:solidFill>
              </a:rPr>
              <a:t>Non Vi Sed Arte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C5C15-AAA0-4A83-BA38-EFB39304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4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2584</TotalTime>
  <Words>244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Poppins</vt:lpstr>
      <vt:lpstr>Office Theme</vt:lpstr>
      <vt:lpstr>WELCOME BACK!</vt:lpstr>
      <vt:lpstr>PowerPoint Presentation</vt:lpstr>
      <vt:lpstr>PowerPoint Presentation</vt:lpstr>
      <vt:lpstr>PowerPoint Presentation</vt:lpstr>
      <vt:lpstr>PowerPoint Presentation</vt:lpstr>
      <vt:lpstr>How To?</vt:lpstr>
      <vt:lpstr>PowerPoint Presentation</vt:lpstr>
      <vt:lpstr>Non Vi Sed Arte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 Chow Lee</dc:creator>
  <cp:lastModifiedBy>Harman Dev Singh Johll</cp:lastModifiedBy>
  <cp:revision>85</cp:revision>
  <dcterms:created xsi:type="dcterms:W3CDTF">2021-02-10T06:44:51Z</dcterms:created>
  <dcterms:modified xsi:type="dcterms:W3CDTF">2022-09-12T09:08:08Z</dcterms:modified>
</cp:coreProperties>
</file>