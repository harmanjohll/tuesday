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media/image1.jpeg" ContentType="image/jpe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media/image2.jpeg" ContentType="image/jpeg"/>
</Types>
</file>

<file path=_rels/.rels><?xml version="1.0" encoding="UTF-8" standalone="yes"?><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3004800" cy="9753600"/>
  <p:notesSz cx="6858000" cy="9144000"/>
  <p:defaultTextStyle>
    <a:lvl1pPr algn="ctr" defTabSz="584200">
      <a:defRPr sz="2400">
        <a:solidFill>
          <a:srgbClr val="414141"/>
        </a:solidFill>
        <a:latin typeface="Palatino"/>
        <a:ea typeface="Palatino"/>
        <a:cs typeface="Palatino"/>
        <a:sym typeface="Palatino"/>
      </a:defRPr>
    </a:lvl1pPr>
    <a:lvl2pPr indent="228600" algn="ctr" defTabSz="584200">
      <a:defRPr sz="2400">
        <a:solidFill>
          <a:srgbClr val="414141"/>
        </a:solidFill>
        <a:latin typeface="Palatino"/>
        <a:ea typeface="Palatino"/>
        <a:cs typeface="Palatino"/>
        <a:sym typeface="Palatino"/>
      </a:defRPr>
    </a:lvl2pPr>
    <a:lvl3pPr indent="457200" algn="ctr" defTabSz="584200">
      <a:defRPr sz="2400">
        <a:solidFill>
          <a:srgbClr val="414141"/>
        </a:solidFill>
        <a:latin typeface="Palatino"/>
        <a:ea typeface="Palatino"/>
        <a:cs typeface="Palatino"/>
        <a:sym typeface="Palatino"/>
      </a:defRPr>
    </a:lvl3pPr>
    <a:lvl4pPr indent="685800" algn="ctr" defTabSz="584200">
      <a:defRPr sz="2400">
        <a:solidFill>
          <a:srgbClr val="414141"/>
        </a:solidFill>
        <a:latin typeface="Palatino"/>
        <a:ea typeface="Palatino"/>
        <a:cs typeface="Palatino"/>
        <a:sym typeface="Palatino"/>
      </a:defRPr>
    </a:lvl4pPr>
    <a:lvl5pPr indent="914400" algn="ctr" defTabSz="584200">
      <a:defRPr sz="2400">
        <a:solidFill>
          <a:srgbClr val="414141"/>
        </a:solidFill>
        <a:latin typeface="Palatino"/>
        <a:ea typeface="Palatino"/>
        <a:cs typeface="Palatino"/>
        <a:sym typeface="Palatino"/>
      </a:defRPr>
    </a:lvl5pPr>
    <a:lvl6pPr indent="1143000" algn="ctr" defTabSz="584200">
      <a:defRPr sz="2400">
        <a:solidFill>
          <a:srgbClr val="414141"/>
        </a:solidFill>
        <a:latin typeface="Palatino"/>
        <a:ea typeface="Palatino"/>
        <a:cs typeface="Palatino"/>
        <a:sym typeface="Palatino"/>
      </a:defRPr>
    </a:lvl6pPr>
    <a:lvl7pPr indent="1371600" algn="ctr" defTabSz="584200">
      <a:defRPr sz="2400">
        <a:solidFill>
          <a:srgbClr val="414141"/>
        </a:solidFill>
        <a:latin typeface="Palatino"/>
        <a:ea typeface="Palatino"/>
        <a:cs typeface="Palatino"/>
        <a:sym typeface="Palatino"/>
      </a:defRPr>
    </a:lvl7pPr>
    <a:lvl8pPr indent="1600200" algn="ctr" defTabSz="584200">
      <a:defRPr sz="2400">
        <a:solidFill>
          <a:srgbClr val="414141"/>
        </a:solidFill>
        <a:latin typeface="Palatino"/>
        <a:ea typeface="Palatino"/>
        <a:cs typeface="Palatino"/>
        <a:sym typeface="Palatino"/>
      </a:defRPr>
    </a:lvl8pPr>
    <a:lvl9pPr indent="1828800" algn="ctr" defTabSz="584200">
      <a:defRPr sz="2400">
        <a:solidFill>
          <a:srgbClr val="414141"/>
        </a:solidFill>
        <a:latin typeface="Palatino"/>
        <a:ea typeface="Palatino"/>
        <a:cs typeface="Palatino"/>
        <a:sym typeface="Palatino"/>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file>

<file path=ppt/presProps.xml><?xml version="1.0" encoding="utf-8"?>
<p:presentationPr xmlns:a="http://schemas.openxmlformats.org/drawingml/2006/main" xmlns:r="http://schemas.openxmlformats.org/officeDocument/2006/relationships" xmlns:p="http://schemas.openxmlformats.org/presentationml/2006/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Palatino"/>
          <a:ea typeface="Palatino"/>
          <a:cs typeface="Palatino"/>
        </a:font>
        <a:srgbClr val="414141"/>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b="def" i="def"/>
      <a:tcStyle>
        <a:tcBdr/>
        <a:fill>
          <a:solidFill>
            <a:srgbClr val="C9C3BA">
              <a:alpha val="50000"/>
            </a:srgbClr>
          </a:solidFill>
        </a:fill>
      </a:tcStyle>
    </a:band2H>
    <a:firstCol>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89847F"/>
          </a:solidFill>
        </a:fill>
      </a:tcStyle>
    </a:firstCol>
    <a:lastRow>
      <a:tcTxStyle b="off" i="off">
        <a:font>
          <a:latin typeface="Palatino"/>
          <a:ea typeface="Palatino"/>
          <a:cs typeface="Palatino"/>
        </a:font>
        <a:srgbClr val="414141"/>
      </a:tcTxStyle>
      <a:tcStyle>
        <a:tcBdr>
          <a:left>
            <a:ln w="12700" cap="flat">
              <a:noFill/>
              <a:miter lim="400000"/>
            </a:ln>
          </a:left>
          <a:right>
            <a:ln w="12700" cap="flat">
              <a:noFill/>
              <a:miter lim="400000"/>
            </a:ln>
          </a:right>
          <a:top>
            <a:ln w="25400" cap="flat">
              <a:solidFill>
                <a:srgbClr val="525252"/>
              </a:solidFill>
              <a:prstDash val="solid"/>
              <a:miter lim="400000"/>
            </a:ln>
          </a:top>
          <a:bottom>
            <a:ln w="12700" cap="flat">
              <a:noFill/>
              <a:miter lim="400000"/>
            </a:ln>
          </a:bottom>
          <a:insideH>
            <a:ln w="12700" cap="flat">
              <a:solidFill>
                <a:srgbClr val="C9C3BA"/>
              </a:solidFill>
              <a:prstDash val="solid"/>
              <a:miter lim="400000"/>
            </a:ln>
          </a:insideH>
          <a:insideV>
            <a:ln w="12700" cap="flat">
              <a:noFill/>
              <a:miter lim="400000"/>
            </a:ln>
          </a:insideV>
        </a:tcBdr>
        <a:fill>
          <a:noFill/>
        </a:fill>
      </a:tcStyle>
    </a:lastRow>
    <a:firstRow>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rgbClr val="C9C3BA"/>
              </a:solidFill>
              <a:prstDash val="solid"/>
              <a:miter lim="400000"/>
            </a:ln>
          </a:insideH>
          <a:insideV>
            <a:ln w="12700" cap="flat">
              <a:noFill/>
              <a:miter lim="400000"/>
            </a:ln>
          </a:insideV>
        </a:tcBdr>
        <a:fill>
          <a:solidFill>
            <a:srgbClr val="B0564E"/>
          </a:solidFill>
        </a:fill>
      </a:tcStyle>
    </a:firstRow>
  </a:tblStyle>
  <a:tblStyle styleId="{C7B018BB-80A7-4F77-B60F-C8B233D01FF8}" styleName="">
    <a:tblBg/>
    <a:wholeTbl>
      <a:tcTxStyle b="off" i="off">
        <a:font>
          <a:latin typeface="Palatino"/>
          <a:ea typeface="Palatino"/>
          <a:cs typeface="Palatino"/>
        </a:font>
        <a:srgbClr val="414141"/>
      </a:tcTxStyle>
      <a:tcStyle>
        <a:tcBdr>
          <a:left>
            <a:ln w="25400" cap="rnd">
              <a:solidFill>
                <a:srgbClr val="C9C3BA"/>
              </a:solidFill>
              <a:custDash>
                <a:ds d="100000" sp="200000"/>
              </a:custDash>
              <a:miter lim="400000"/>
            </a:ln>
          </a:left>
          <a:right>
            <a:ln w="25400" cap="rnd">
              <a:solidFill>
                <a:srgbClr val="C9C3BA"/>
              </a:solidFill>
              <a:custDash>
                <a:ds d="100000" sp="200000"/>
              </a:custDash>
              <a:miter lim="400000"/>
            </a:ln>
          </a:right>
          <a:top>
            <a:ln w="25400" cap="rnd">
              <a:solidFill>
                <a:srgbClr val="C9C3BA"/>
              </a:solidFill>
              <a:custDash>
                <a:ds d="100000" sp="200000"/>
              </a:custDash>
              <a:miter lim="400000"/>
            </a:ln>
          </a:top>
          <a:bottom>
            <a:ln w="25400" cap="rnd">
              <a:solidFill>
                <a:srgbClr val="C9C3BA"/>
              </a:solidFill>
              <a:custDash>
                <a:ds d="100000" sp="200000"/>
              </a:custDash>
              <a:miter lim="400000"/>
            </a:ln>
          </a:bottom>
          <a:insideH>
            <a:ln w="25400" cap="rnd">
              <a:solidFill>
                <a:srgbClr val="C9C3BA"/>
              </a:solidFill>
              <a:custDash>
                <a:ds d="100000" sp="200000"/>
              </a:custDash>
              <a:miter lim="400000"/>
            </a:ln>
          </a:insideH>
          <a:insideV>
            <a:ln w="25400" cap="rnd">
              <a:solidFill>
                <a:srgbClr val="C9C3BA"/>
              </a:solidFill>
              <a:custDash>
                <a:ds d="100000" sp="200000"/>
              </a:custDash>
              <a:miter lim="400000"/>
            </a:ln>
          </a:insideV>
        </a:tcBdr>
        <a:fill>
          <a:noFill/>
        </a:fill>
      </a:tcStyle>
    </a:wholeTbl>
    <a:band2H>
      <a:tcTxStyle b="def" i="def"/>
      <a:tcStyle>
        <a:tcBdr/>
        <a:fill>
          <a:solidFill>
            <a:srgbClr val="C9C3BA">
              <a:alpha val="75000"/>
            </a:srgbClr>
          </a:solidFill>
        </a:fill>
      </a:tcStyle>
    </a:band2H>
    <a:firstCol>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solidFill>
                <a:srgbClr val="FFFFFF">
                  <a:alpha val="50000"/>
                </a:srgbClr>
              </a:solidFill>
              <a:prstDash val="solid"/>
              <a:miter lim="400000"/>
            </a:ln>
          </a:insideV>
        </a:tcBdr>
      </a:tcStyle>
    </a:firstCol>
    <a:lastRow>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tcStyle>
    </a:lastRow>
    <a:firstRow>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rgbClr val="FFFFFF">
                  <a:alpha val="50000"/>
                </a:srgbClr>
              </a:solidFill>
              <a:prstDash val="solid"/>
              <a:miter lim="400000"/>
            </a:ln>
          </a:insideH>
          <a:insideV>
            <a:ln w="12700" cap="flat">
              <a:noFill/>
              <a:miter lim="400000"/>
            </a:ln>
          </a:insideV>
        </a:tcBdr>
      </a:tcStyle>
    </a:firstRow>
  </a:tblStyle>
  <a:tblStyle styleId="{EEE7283C-3CF3-47DC-8721-378D4A62B228}" styleName="">
    <a:tblBg/>
    <a:wholeTbl>
      <a:tcTxStyle b="off" i="off">
        <a:font>
          <a:latin typeface="Palatino"/>
          <a:ea typeface="Palatino"/>
          <a:cs typeface="Palatino"/>
        </a:font>
        <a:srgbClr val="414141"/>
      </a:tcTxStyle>
      <a:tcStyle>
        <a:tcBdr>
          <a:left>
            <a:ln w="12700" cap="flat">
              <a:noFill/>
              <a:miter lim="400000"/>
            </a:ln>
          </a:left>
          <a:right>
            <a:ln w="12700" cap="flat">
              <a:noFill/>
              <a:miter lim="400000"/>
            </a:ln>
          </a:right>
          <a:top>
            <a:ln w="12700" cap="flat">
              <a:solidFill>
                <a:srgbClr val="C9C3BA"/>
              </a:solidFill>
              <a:prstDash val="solid"/>
              <a:miter lim="400000"/>
            </a:ln>
          </a:top>
          <a:bottom>
            <a:ln w="12700" cap="flat">
              <a:solidFill>
                <a:srgbClr val="C9C3BA"/>
              </a:solidFill>
              <a:prstDash val="solid"/>
              <a:miter lim="400000"/>
            </a:ln>
          </a:bottom>
          <a:insideH>
            <a:ln w="12700" cap="flat">
              <a:solidFill>
                <a:srgbClr val="C9C3BA"/>
              </a:solidFill>
              <a:prstDash val="solid"/>
              <a:miter lim="400000"/>
            </a:ln>
          </a:insideH>
          <a:insideV>
            <a:ln w="12700" cap="flat">
              <a:noFill/>
              <a:miter lim="400000"/>
            </a:ln>
          </a:insideV>
        </a:tcBdr>
        <a:fill>
          <a:noFill/>
        </a:fill>
      </a:tcStyle>
    </a:wholeTbl>
    <a:band2H>
      <a:tcTxStyle b="def" i="def"/>
      <a:tcStyle>
        <a:tcBdr/>
        <a:fill>
          <a:solidFill>
            <a:srgbClr val="C9C3BA">
              <a:alpha val="50000"/>
            </a:srgbClr>
          </a:solidFill>
        </a:fill>
      </a:tcStyle>
    </a:band2H>
    <a:firstCol>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939D60"/>
          </a:solidFill>
        </a:fill>
      </a:tcStyle>
    </a:firstCol>
    <a:lastRow>
      <a:tcTxStyle b="off" i="off">
        <a:font>
          <a:latin typeface="Palatino"/>
          <a:ea typeface="Palatino"/>
          <a:cs typeface="Palatino"/>
        </a:font>
        <a:srgbClr val="414141"/>
      </a:tcTxStyle>
      <a:tcStyle>
        <a:tcBdr>
          <a:left>
            <a:ln w="12700" cap="flat">
              <a:noFill/>
              <a:miter lim="400000"/>
            </a:ln>
          </a:left>
          <a:right>
            <a:ln w="12700" cap="flat">
              <a:noFill/>
              <a:miter lim="400000"/>
            </a:ln>
          </a:right>
          <a:top>
            <a:ln w="25400" cap="flat">
              <a:solidFill>
                <a:srgbClr val="525252"/>
              </a:solidFill>
              <a:prstDash val="solid"/>
              <a:miter lim="400000"/>
            </a:ln>
          </a:top>
          <a:bottom>
            <a:ln w="12700" cap="flat">
              <a:noFill/>
              <a:miter lim="400000"/>
            </a:ln>
          </a:bottom>
          <a:insideH>
            <a:ln w="12700" cap="flat">
              <a:solidFill>
                <a:srgbClr val="C9C3BA"/>
              </a:solidFill>
              <a:prstDash val="solid"/>
              <a:miter lim="400000"/>
            </a:ln>
          </a:insideH>
          <a:insideV>
            <a:ln w="12700" cap="flat">
              <a:noFill/>
              <a:miter lim="400000"/>
            </a:ln>
          </a:insideV>
        </a:tcBdr>
        <a:fill>
          <a:noFill/>
        </a:fill>
      </a:tcStyle>
    </a:lastRow>
    <a:firstRow>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rgbClr val="C9C3BA"/>
              </a:solidFill>
              <a:prstDash val="solid"/>
              <a:miter lim="400000"/>
            </a:ln>
          </a:insideH>
          <a:insideV>
            <a:ln w="12700" cap="flat">
              <a:noFill/>
              <a:miter lim="400000"/>
            </a:ln>
          </a:insideV>
        </a:tcBdr>
        <a:fill>
          <a:solidFill>
            <a:srgbClr val="6C7C4E"/>
          </a:solidFill>
        </a:fill>
      </a:tcStyle>
    </a:firstRow>
  </a:tblStyle>
  <a:tblStyle styleId="{CF821DB8-F4EB-4A41-A1BA-3FCAFE7338EE}" styleName="">
    <a:tblBg/>
    <a:wholeTbl>
      <a:tcTxStyle b="off" i="off">
        <a:font>
          <a:latin typeface="Palatino"/>
          <a:ea typeface="Palatino"/>
          <a:cs typeface="Palatino"/>
        </a:font>
        <a:srgbClr val="414141"/>
      </a:tcTxStyle>
      <a:tcStyle>
        <a:tcBdr>
          <a:left>
            <a:ln w="12700" cap="flat">
              <a:solidFill>
                <a:srgbClr val="A8C3DF"/>
              </a:solidFill>
              <a:prstDash val="solid"/>
              <a:miter lim="400000"/>
            </a:ln>
          </a:left>
          <a:right>
            <a:ln w="12700" cap="flat">
              <a:solidFill>
                <a:srgbClr val="A8C3DF"/>
              </a:solidFill>
              <a:prstDash val="solid"/>
              <a:miter lim="400000"/>
            </a:ln>
          </a:right>
          <a:top>
            <a:ln w="12700" cap="flat">
              <a:solidFill>
                <a:srgbClr val="A8C3DF"/>
              </a:solidFill>
              <a:prstDash val="solid"/>
              <a:miter lim="400000"/>
            </a:ln>
          </a:top>
          <a:bottom>
            <a:ln w="12700" cap="flat">
              <a:solidFill>
                <a:srgbClr val="A8C3DF"/>
              </a:solidFill>
              <a:prstDash val="solid"/>
              <a:miter lim="400000"/>
            </a:ln>
          </a:bottom>
          <a:insideH>
            <a:ln w="12700" cap="flat">
              <a:solidFill>
                <a:srgbClr val="A8C3DF"/>
              </a:solidFill>
              <a:prstDash val="solid"/>
              <a:miter lim="400000"/>
            </a:ln>
          </a:insideH>
          <a:insideV>
            <a:ln w="12700" cap="flat">
              <a:solidFill>
                <a:srgbClr val="A8C3DF"/>
              </a:solidFill>
              <a:prstDash val="solid"/>
              <a:miter lim="400000"/>
            </a:ln>
          </a:insideV>
        </a:tcBdr>
        <a:fill>
          <a:noFill/>
        </a:fill>
      </a:tcStyle>
    </a:wholeTbl>
    <a:band2H>
      <a:tcTxStyle b="def" i="def"/>
      <a:tcStyle>
        <a:tcBdr/>
        <a:fill>
          <a:solidFill>
            <a:srgbClr val="A8C3DF">
              <a:alpha val="35000"/>
            </a:srgbClr>
          </a:solidFill>
        </a:fill>
      </a:tcStyle>
    </a:band2H>
    <a:firstCol>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738AAF"/>
          </a:solidFill>
        </a:fill>
      </a:tcStyle>
    </a:firstCol>
    <a:lastRow>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rgbClr val="A8C3DF"/>
              </a:solidFill>
              <a:prstDash val="solid"/>
              <a:miter lim="400000"/>
            </a:ln>
          </a:insideH>
          <a:insideV>
            <a:ln w="12700" cap="flat">
              <a:noFill/>
              <a:miter lim="400000"/>
            </a:ln>
          </a:insideV>
        </a:tcBdr>
        <a:fill>
          <a:solidFill>
            <a:srgbClr val="314975"/>
          </a:solidFill>
        </a:fill>
      </a:tcStyle>
    </a:lastRow>
    <a:firstRow>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rgbClr val="A8C3DF"/>
              </a:solidFill>
              <a:prstDash val="solid"/>
              <a:miter lim="400000"/>
            </a:ln>
          </a:insideH>
          <a:insideV>
            <a:ln w="12700" cap="flat">
              <a:noFill/>
              <a:miter lim="400000"/>
            </a:ln>
          </a:insideV>
        </a:tcBdr>
        <a:fill>
          <a:solidFill>
            <a:srgbClr val="496392"/>
          </a:solidFill>
        </a:fill>
      </a:tcStyle>
    </a:firstRow>
  </a:tblStyle>
  <a:tblStyle styleId="{33BA23B1-9221-436E-865A-0063620EA4FD}" styleName="">
    <a:tblBg/>
    <a:wholeTbl>
      <a:tcTxStyle b="off" i="off">
        <a:font>
          <a:latin typeface="Palatino"/>
          <a:ea typeface="Palatino"/>
          <a:cs typeface="Palatino"/>
        </a:font>
        <a:srgbClr val="414141"/>
      </a:tcTxStyle>
      <a:tcStyle>
        <a:tcBdr>
          <a:left>
            <a:ln w="12700" cap="flat">
              <a:solidFill>
                <a:srgbClr val="C9C3BA"/>
              </a:solidFill>
              <a:prstDash val="solid"/>
              <a:miter lim="400000"/>
            </a:ln>
          </a:left>
          <a:right>
            <a:ln w="12700" cap="flat">
              <a:solidFill>
                <a:srgbClr val="C9C3BA"/>
              </a:solidFill>
              <a:prstDash val="solid"/>
              <a:miter lim="400000"/>
            </a:ln>
          </a:right>
          <a:top>
            <a:ln w="12700" cap="flat">
              <a:solidFill>
                <a:srgbClr val="C9C3BA"/>
              </a:solidFill>
              <a:prstDash val="solid"/>
              <a:miter lim="400000"/>
            </a:ln>
          </a:top>
          <a:bottom>
            <a:ln w="12700" cap="flat">
              <a:solidFill>
                <a:srgbClr val="C9C3BA"/>
              </a:solidFill>
              <a:prstDash val="solid"/>
              <a:miter lim="400000"/>
            </a:ln>
          </a:bottom>
          <a:insideH>
            <a:ln w="12700" cap="flat">
              <a:solidFill>
                <a:srgbClr val="C9C3BA"/>
              </a:solidFill>
              <a:prstDash val="solid"/>
              <a:miter lim="400000"/>
            </a:ln>
          </a:insideH>
          <a:insideV>
            <a:ln w="12700" cap="flat">
              <a:solidFill>
                <a:srgbClr val="C9C3BA"/>
              </a:solidFill>
              <a:prstDash val="solid"/>
              <a:miter lim="400000"/>
            </a:ln>
          </a:insideV>
        </a:tcBdr>
        <a:fill>
          <a:noFill/>
        </a:fill>
      </a:tcStyle>
    </a:wholeTbl>
    <a:band2H>
      <a:tcTxStyle b="def" i="def"/>
      <a:tcStyle>
        <a:tcBdr/>
        <a:fill>
          <a:solidFill>
            <a:srgbClr val="C9C3BA">
              <a:alpha val="50000"/>
            </a:srgbClr>
          </a:solidFill>
        </a:fill>
      </a:tcStyle>
    </a:band2H>
    <a:firstCol>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66635F"/>
          </a:solidFill>
        </a:fill>
      </a:tcStyle>
    </a:firstCol>
    <a:lastRow>
      <a:tcTxStyle b="off" i="off">
        <a:font>
          <a:latin typeface="Palatino"/>
          <a:ea typeface="Palatino"/>
          <a:cs typeface="Palatino"/>
        </a:font>
        <a:srgbClr val="414141"/>
      </a:tcTxStyle>
      <a:tcStyle>
        <a:tcBdr>
          <a:left>
            <a:ln w="12700" cap="flat">
              <a:noFill/>
              <a:miter lim="400000"/>
            </a:ln>
          </a:left>
          <a:right>
            <a:ln w="12700" cap="flat">
              <a:noFill/>
              <a:miter lim="400000"/>
            </a:ln>
          </a:right>
          <a:top>
            <a:ln w="12700" cap="flat">
              <a:solidFill>
                <a:srgbClr val="000000"/>
              </a:solidFill>
              <a:prstDash val="solid"/>
              <a:miter lim="400000"/>
            </a:ln>
          </a:top>
          <a:bottom>
            <a:ln w="12700" cap="flat">
              <a:noFill/>
              <a:miter lim="400000"/>
            </a:ln>
          </a:bottom>
          <a:insideH>
            <a:ln w="12700" cap="flat">
              <a:solidFill>
                <a:srgbClr val="C9C3BA"/>
              </a:solidFill>
              <a:prstDash val="solid"/>
              <a:miter lim="400000"/>
            </a:ln>
          </a:insideH>
          <a:insideV>
            <a:ln w="12700" cap="flat">
              <a:noFill/>
              <a:miter lim="400000"/>
            </a:ln>
          </a:insideV>
        </a:tcBdr>
        <a:fill>
          <a:noFill/>
        </a:fill>
      </a:tcStyle>
    </a:lastRow>
    <a:firstRow>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rgbClr val="C9C3BA"/>
              </a:solidFill>
              <a:prstDash val="solid"/>
              <a:miter lim="400000"/>
            </a:ln>
          </a:insideH>
          <a:insideV>
            <a:ln w="12700" cap="flat">
              <a:noFill/>
              <a:miter lim="400000"/>
            </a:ln>
          </a:insideV>
        </a:tcBdr>
        <a:fill>
          <a:solidFill>
            <a:srgbClr val="89847F"/>
          </a:solidFill>
        </a:fill>
      </a:tcStyle>
    </a:firstRow>
  </a:tblStyle>
  <a:tblStyle styleId="{2708684C-4D16-4618-839F-0558EEFCDFE6}" styleName="">
    <a:tblBg/>
    <a:wholeTbl>
      <a:tcTxStyle b="off" i="off">
        <a:font>
          <a:latin typeface="Palatino"/>
          <a:ea typeface="Palatino"/>
          <a:cs typeface="Palatino"/>
        </a:font>
        <a:srgbClr val="414141"/>
      </a:tcTxStyle>
      <a:tcStyle>
        <a:tcBdr>
          <a:left>
            <a:ln w="12700" cap="flat">
              <a:noFill/>
              <a:miter lim="400000"/>
            </a:ln>
          </a:left>
          <a:right>
            <a:ln w="12700" cap="flat">
              <a:noFill/>
              <a:miter lim="400000"/>
            </a:ln>
          </a:right>
          <a:top>
            <a:ln w="12700" cap="flat">
              <a:solidFill>
                <a:srgbClr val="89847F"/>
              </a:solidFill>
              <a:custDash>
                <a:ds d="200000" sp="200000"/>
              </a:custDash>
              <a:miter lim="400000"/>
            </a:ln>
          </a:top>
          <a:bottom>
            <a:ln w="12700" cap="flat">
              <a:solidFill>
                <a:srgbClr val="89847F"/>
              </a:solidFill>
              <a:custDash>
                <a:ds d="200000" sp="200000"/>
              </a:custDash>
              <a:miter lim="400000"/>
            </a:ln>
          </a:bottom>
          <a:insideH>
            <a:ln w="12700" cap="flat">
              <a:solidFill>
                <a:srgbClr val="89847F"/>
              </a:solidFill>
              <a:custDash>
                <a:ds d="200000" sp="200000"/>
              </a:custDash>
              <a:miter lim="400000"/>
            </a:ln>
          </a:insideH>
          <a:insideV>
            <a:ln w="12700" cap="flat">
              <a:noFill/>
              <a:miter lim="400000"/>
            </a:ln>
          </a:insideV>
        </a:tcBdr>
        <a:fill>
          <a:noFill/>
        </a:fill>
      </a:tcStyle>
    </a:wholeTbl>
    <a:band2H>
      <a:tcTxStyle b="def" i="def"/>
      <a:tcStyle>
        <a:tcBdr/>
        <a:fill>
          <a:solidFill>
            <a:srgbClr val="C9C3BA">
              <a:alpha val="35000"/>
            </a:srgbClr>
          </a:solidFill>
        </a:fill>
      </a:tcStyle>
    </a:band2H>
    <a:firstCol>
      <a:tcTxStyle b="off" i="off">
        <a:font>
          <a:latin typeface="Palatino"/>
          <a:ea typeface="Palatino"/>
          <a:cs typeface="Palatino"/>
        </a:font>
        <a:srgbClr val="414141"/>
      </a:tcTxStyle>
      <a:tcStyle>
        <a:tcBdr>
          <a:left>
            <a:ln w="12700" cap="flat">
              <a:noFill/>
              <a:miter lim="400000"/>
            </a:ln>
          </a:left>
          <a:right>
            <a:ln w="25400" cap="flat">
              <a:solidFill>
                <a:srgbClr val="000000"/>
              </a:solidFill>
              <a:prstDash val="solid"/>
              <a:miter lim="400000"/>
            </a:ln>
          </a:right>
          <a:top>
            <a:ln w="12700" cap="flat">
              <a:solidFill>
                <a:srgbClr val="89847F"/>
              </a:solidFill>
              <a:custDash>
                <a:ds d="200000" sp="200000"/>
              </a:custDash>
              <a:miter lim="400000"/>
            </a:ln>
          </a:top>
          <a:bottom>
            <a:ln w="12700" cap="flat">
              <a:solidFill>
                <a:srgbClr val="89847F"/>
              </a:solidFill>
              <a:custDash>
                <a:ds d="200000" sp="200000"/>
              </a:custDash>
              <a:miter lim="400000"/>
            </a:ln>
          </a:bottom>
          <a:insideH>
            <a:ln w="12700" cap="flat">
              <a:solidFill>
                <a:srgbClr val="89847F"/>
              </a:solidFill>
              <a:custDash>
                <a:ds d="200000" sp="200000"/>
              </a:custDash>
              <a:miter lim="400000"/>
            </a:ln>
          </a:insideH>
          <a:insideV>
            <a:ln w="12700" cap="flat">
              <a:noFill/>
              <a:miter lim="400000"/>
            </a:ln>
          </a:insideV>
        </a:tcBdr>
        <a:fill>
          <a:noFill/>
        </a:fill>
      </a:tcStyle>
    </a:firstCol>
    <a:lastRow>
      <a:tcTxStyle b="off" i="off">
        <a:font>
          <a:latin typeface="Palatino"/>
          <a:ea typeface="Palatino"/>
          <a:cs typeface="Palatino"/>
        </a:font>
        <a:srgbClr val="414141"/>
      </a:tcTxStyle>
      <a:tcStyle>
        <a:tcBdr>
          <a:left>
            <a:ln w="12700" cap="flat">
              <a:noFill/>
              <a:miter lim="400000"/>
            </a:ln>
          </a:left>
          <a:right>
            <a:ln w="12700" cap="flat">
              <a:noFill/>
              <a:miter lim="400000"/>
            </a:ln>
          </a:right>
          <a:top>
            <a:ln w="25400" cap="flat">
              <a:solidFill>
                <a:srgbClr val="000000"/>
              </a:solidFill>
              <a:prstDash val="solid"/>
              <a:miter lim="400000"/>
            </a:ln>
          </a:top>
          <a:bottom>
            <a:ln w="12700" cap="flat">
              <a:noFill/>
              <a:miter lim="400000"/>
            </a:ln>
          </a:bottom>
          <a:insideH>
            <a:ln w="12700" cap="flat">
              <a:solidFill>
                <a:srgbClr val="89847F"/>
              </a:solidFill>
              <a:prstDash val="solid"/>
              <a:miter lim="400000"/>
            </a:ln>
          </a:insideH>
          <a:insideV>
            <a:ln w="12700" cap="flat">
              <a:noFill/>
              <a:miter lim="400000"/>
            </a:ln>
          </a:insideV>
        </a:tcBdr>
        <a:fill>
          <a:noFill/>
        </a:fill>
      </a:tcStyle>
    </a:lastRow>
    <a:firstRow>
      <a:tcTxStyle b="off" i="off">
        <a:font>
          <a:latin typeface="Palatino"/>
          <a:ea typeface="Palatino"/>
          <a:cs typeface="Palatino"/>
        </a:font>
        <a:srgbClr val="414141"/>
      </a:tcTxStyle>
      <a:tcStyle>
        <a:tcBdr>
          <a:left>
            <a:ln w="12700" cap="flat">
              <a:noFill/>
              <a:miter lim="400000"/>
            </a:ln>
          </a:left>
          <a:right>
            <a:ln w="12700" cap="flat">
              <a:noFill/>
              <a:miter lim="400000"/>
            </a:ln>
          </a:right>
          <a:top>
            <a:ln w="12700" cap="flat">
              <a:noFill/>
              <a:miter lim="400000"/>
            </a:ln>
          </a:top>
          <a:bottom>
            <a:ln w="25400" cap="flat">
              <a:solidFill>
                <a:srgbClr val="000000"/>
              </a:solidFill>
              <a:prstDash val="solid"/>
              <a:miter lim="400000"/>
            </a:ln>
          </a:bottom>
          <a:insideH>
            <a:ln w="12700" cap="flat">
              <a:solidFill>
                <a:srgbClr val="89847F"/>
              </a:solidFill>
              <a:prstDash val="solid"/>
              <a:miter lim="400000"/>
            </a:ln>
          </a:insideH>
          <a:insideV>
            <a:ln w="12700" cap="flat">
              <a:noFill/>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showComments="1"/>
</file>

<file path=ppt/_rels/presentation.xml.rels><?xml version="1.0" encoding="UTF-8" standalone="yes"?><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Shape 40"/>
          <p:cNvSpPr/>
          <p:nvPr>
            <p:ph type="sldImg"/>
          </p:nvPr>
        </p:nvSpPr>
        <p:spPr>
          <a:xfrm>
            <a:off x="1143000" y="685800"/>
            <a:ext cx="4572000" cy="3429000"/>
          </a:xfrm>
          <a:prstGeom prst="rect">
            <a:avLst/>
          </a:prstGeom>
        </p:spPr>
        <p:txBody>
          <a:bodyPr/>
          <a:lstStyle/>
          <a:p>
            <a:pPr lvl="0"/>
          </a:p>
        </p:txBody>
      </p:sp>
      <p:sp>
        <p:nvSpPr>
          <p:cNvPr id="41" name="Shape 41"/>
          <p:cNvSpPr/>
          <p:nvPr>
            <p:ph type="body" sz="quarter" idx="1"/>
          </p:nvPr>
        </p:nvSpPr>
        <p:spPr>
          <a:xfrm>
            <a:off x="914400" y="4343400"/>
            <a:ext cx="5029200" cy="4114800"/>
          </a:xfrm>
          <a:prstGeom prst="rect">
            <a:avLst/>
          </a:prstGeom>
        </p:spPr>
        <p:txBody>
          <a:bodyPr/>
          <a:lstStyle/>
          <a:p>
            <a:pPr lvl="0"/>
          </a:p>
        </p:txBody>
      </p:sp>
    </p:spTree>
  </p:cSld>
  <p:clrMap bg1="lt1" tx1="dk1" bg2="lt2" tx2="dk2" accent1="accent1" accent2="accent2" accent3="accent3" accent4="accent4" accent5="accent5" accent6="accent6" hlink="hlink" folHlink="folHlink"/>
  <p:notesStyle>
    <a:lvl1pPr defTabSz="457200">
      <a:lnSpc>
        <a:spcPct val="125000"/>
      </a:lnSpc>
      <a:defRPr sz="2400">
        <a:latin typeface="Avenir Roman"/>
        <a:ea typeface="Avenir Roman"/>
        <a:cs typeface="Avenir Roman"/>
        <a:sym typeface="Avenir Roman"/>
      </a:defRPr>
    </a:lvl1pPr>
    <a:lvl2pPr indent="228600" defTabSz="457200">
      <a:lnSpc>
        <a:spcPct val="125000"/>
      </a:lnSpc>
      <a:defRPr sz="2400">
        <a:latin typeface="Avenir Roman"/>
        <a:ea typeface="Avenir Roman"/>
        <a:cs typeface="Avenir Roman"/>
        <a:sym typeface="Avenir Roman"/>
      </a:defRPr>
    </a:lvl2pPr>
    <a:lvl3pPr indent="457200" defTabSz="457200">
      <a:lnSpc>
        <a:spcPct val="125000"/>
      </a:lnSpc>
      <a:defRPr sz="2400">
        <a:latin typeface="Avenir Roman"/>
        <a:ea typeface="Avenir Roman"/>
        <a:cs typeface="Avenir Roman"/>
        <a:sym typeface="Avenir Roman"/>
      </a:defRPr>
    </a:lvl3pPr>
    <a:lvl4pPr indent="685800" defTabSz="457200">
      <a:lnSpc>
        <a:spcPct val="125000"/>
      </a:lnSpc>
      <a:defRPr sz="2400">
        <a:latin typeface="Avenir Roman"/>
        <a:ea typeface="Avenir Roman"/>
        <a:cs typeface="Avenir Roman"/>
        <a:sym typeface="Avenir Roman"/>
      </a:defRPr>
    </a:lvl4pPr>
    <a:lvl5pPr indent="914400" defTabSz="457200">
      <a:lnSpc>
        <a:spcPct val="125000"/>
      </a:lnSpc>
      <a:defRPr sz="2400">
        <a:latin typeface="Avenir Roman"/>
        <a:ea typeface="Avenir Roman"/>
        <a:cs typeface="Avenir Roman"/>
        <a:sym typeface="Avenir Roman"/>
      </a:defRPr>
    </a:lvl5pPr>
    <a:lvl6pPr indent="1143000" defTabSz="457200">
      <a:lnSpc>
        <a:spcPct val="125000"/>
      </a:lnSpc>
      <a:defRPr sz="2400">
        <a:latin typeface="Avenir Roman"/>
        <a:ea typeface="Avenir Roman"/>
        <a:cs typeface="Avenir Roman"/>
        <a:sym typeface="Avenir Roman"/>
      </a:defRPr>
    </a:lvl6pPr>
    <a:lvl7pPr indent="1371600" defTabSz="457200">
      <a:lnSpc>
        <a:spcPct val="125000"/>
      </a:lnSpc>
      <a:defRPr sz="2400">
        <a:latin typeface="Avenir Roman"/>
        <a:ea typeface="Avenir Roman"/>
        <a:cs typeface="Avenir Roman"/>
        <a:sym typeface="Avenir Roman"/>
      </a:defRPr>
    </a:lvl7pPr>
    <a:lvl8pPr indent="1600200" defTabSz="457200">
      <a:lnSpc>
        <a:spcPct val="125000"/>
      </a:lnSpc>
      <a:defRPr sz="2400">
        <a:latin typeface="Avenir Roman"/>
        <a:ea typeface="Avenir Roman"/>
        <a:cs typeface="Avenir Roman"/>
        <a:sym typeface="Avenir Roman"/>
      </a:defRPr>
    </a:lvl8pPr>
    <a:lvl9pPr indent="1828800" defTabSz="457200">
      <a:lnSpc>
        <a:spcPct val="125000"/>
      </a:lnSpc>
      <a:defRPr sz="2400">
        <a:latin typeface="Avenir Roman"/>
        <a:ea typeface="Avenir Roman"/>
        <a:cs typeface="Avenir Roman"/>
        <a:sym typeface="Avenir Roman"/>
      </a:defRPr>
    </a:lvl9pPr>
  </p:notesStyle>
</p:notesMaster>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showMasterSp="0" showMasterPhAnim="1">
  <p:cSld name="Title &amp; Subtitle">
    <p:spTree>
      <p:nvGrpSpPr>
        <p:cNvPr id="1" name=""/>
        <p:cNvGrpSpPr/>
        <p:nvPr/>
      </p:nvGrpSpPr>
      <p:grpSpPr>
        <a:xfrm>
          <a:off x="0" y="0"/>
          <a:ext cx="0" cy="0"/>
          <a:chOff x="0" y="0"/>
          <a:chExt cx="0" cy="0"/>
        </a:xfrm>
      </p:grpSpPr>
      <p:sp>
        <p:nvSpPr>
          <p:cNvPr id="7" name="Shape 7"/>
          <p:cNvSpPr/>
          <p:nvPr/>
        </p:nvSpPr>
        <p:spPr>
          <a:xfrm>
            <a:off x="508000" y="6591300"/>
            <a:ext cx="11999453" cy="0"/>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ln w="12700">
            <a:solidFill>
              <a:srgbClr val="444444">
                <a:alpha val="30000"/>
              </a:srgbClr>
            </a:solidFill>
            <a:miter lim="400000"/>
          </a:ln>
        </p:spPr>
        <p:txBody>
          <a:bodyPr lIns="0" tIns="0" rIns="0" bIns="0" anchor="ctr"/>
          <a:lstStyle/>
          <a:p>
            <a:pPr lvl="0" algn="l" defTabSz="457200">
              <a:defRPr sz="1200">
                <a:solidFill>
                  <a:srgbClr val="000000"/>
                </a:solidFill>
                <a:latin typeface="Helvetica"/>
                <a:ea typeface="Helvetica"/>
                <a:cs typeface="Helvetica"/>
                <a:sym typeface="Helvetica"/>
              </a:defRPr>
            </a:pPr>
          </a:p>
        </p:txBody>
      </p:sp>
      <p:sp>
        <p:nvSpPr>
          <p:cNvPr id="8" name="Shape 8"/>
          <p:cNvSpPr/>
          <p:nvPr/>
        </p:nvSpPr>
        <p:spPr>
          <a:xfrm>
            <a:off x="508000" y="4089400"/>
            <a:ext cx="12000019" cy="0"/>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ln w="12700">
            <a:solidFill>
              <a:srgbClr val="444444">
                <a:alpha val="30000"/>
              </a:srgbClr>
            </a:solidFill>
            <a:miter lim="400000"/>
          </a:ln>
        </p:spPr>
        <p:txBody>
          <a:bodyPr lIns="0" tIns="0" rIns="0" bIns="0" anchor="ctr"/>
          <a:lstStyle/>
          <a:p>
            <a:pPr lvl="0" algn="l" defTabSz="457200">
              <a:defRPr sz="1200">
                <a:solidFill>
                  <a:srgbClr val="000000"/>
                </a:solidFill>
                <a:latin typeface="Helvetica"/>
                <a:ea typeface="Helvetica"/>
                <a:cs typeface="Helvetica"/>
                <a:sym typeface="Helvetica"/>
              </a:defRPr>
            </a:pPr>
          </a:p>
        </p:txBody>
      </p:sp>
      <p:sp>
        <p:nvSpPr>
          <p:cNvPr id="9" name="Shape 9"/>
          <p:cNvSpPr/>
          <p:nvPr/>
        </p:nvSpPr>
        <p:spPr>
          <a:xfrm rot="16200000">
            <a:off x="7172923" y="5347634"/>
            <a:ext cx="1642759"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ln w="12700">
            <a:solidFill>
              <a:srgbClr val="444444">
                <a:alpha val="30000"/>
              </a:srgbClr>
            </a:solidFill>
            <a:miter lim="400000"/>
          </a:ln>
        </p:spPr>
        <p:txBody>
          <a:bodyPr lIns="0" tIns="0" rIns="0" bIns="0" anchor="ctr"/>
          <a:lstStyle/>
          <a:p>
            <a:pPr lvl="0" algn="l" defTabSz="457200">
              <a:defRPr sz="1200">
                <a:solidFill>
                  <a:srgbClr val="000000"/>
                </a:solidFill>
                <a:latin typeface="Helvetica"/>
                <a:ea typeface="Helvetica"/>
                <a:cs typeface="Helvetica"/>
                <a:sym typeface="Helvetica"/>
              </a:defRPr>
            </a:pPr>
          </a:p>
        </p:txBody>
      </p:sp>
      <p:sp>
        <p:nvSpPr>
          <p:cNvPr id="10" name="Shape 10"/>
          <p:cNvSpPr/>
          <p:nvPr>
            <p:ph type="title"/>
          </p:nvPr>
        </p:nvSpPr>
        <p:spPr>
          <a:xfrm>
            <a:off x="508000" y="4140200"/>
            <a:ext cx="7200900" cy="2413000"/>
          </a:xfrm>
          <a:prstGeom prst="rect">
            <a:avLst/>
          </a:prstGeom>
        </p:spPr>
        <p:txBody>
          <a:bodyPr/>
          <a:lstStyle>
            <a:lvl1pPr algn="l"/>
          </a:lstStyle>
          <a:p>
            <a:pPr lvl="0">
              <a:defRPr sz="1800">
                <a:solidFill>
                  <a:srgbClr val="000000"/>
                </a:solidFill>
              </a:defRPr>
            </a:pPr>
            <a:r>
              <a:rPr sz="7000">
                <a:solidFill>
                  <a:srgbClr val="D93E2B"/>
                </a:solidFill>
              </a:rPr>
              <a:t>Title Text</a:t>
            </a:r>
          </a:p>
        </p:txBody>
      </p:sp>
      <p:sp>
        <p:nvSpPr>
          <p:cNvPr id="11" name="Shape 11"/>
          <p:cNvSpPr/>
          <p:nvPr>
            <p:ph type="body" idx="1"/>
          </p:nvPr>
        </p:nvSpPr>
        <p:spPr>
          <a:xfrm>
            <a:off x="8280400" y="4140200"/>
            <a:ext cx="4241800" cy="2413000"/>
          </a:xfrm>
          <a:prstGeom prst="rect">
            <a:avLst/>
          </a:prstGeom>
        </p:spPr>
        <p:txBody>
          <a:bodyPr/>
          <a:lstStyle>
            <a:lvl1pPr marL="0" indent="0">
              <a:spcBef>
                <a:spcPts val="0"/>
              </a:spcBef>
              <a:buClrTx/>
              <a:buSzTx/>
              <a:buFontTx/>
              <a:buNone/>
              <a:defRPr sz="2400"/>
            </a:lvl1pPr>
            <a:lvl2pPr marL="0" indent="228600">
              <a:spcBef>
                <a:spcPts val="0"/>
              </a:spcBef>
              <a:buClrTx/>
              <a:buSzTx/>
              <a:buFontTx/>
              <a:buNone/>
              <a:defRPr sz="2400"/>
            </a:lvl2pPr>
            <a:lvl3pPr marL="0" indent="457200">
              <a:spcBef>
                <a:spcPts val="0"/>
              </a:spcBef>
              <a:buClrTx/>
              <a:buSzTx/>
              <a:buFontTx/>
              <a:buNone/>
              <a:defRPr sz="2400"/>
            </a:lvl3pPr>
            <a:lvl4pPr marL="0" indent="685800">
              <a:spcBef>
                <a:spcPts val="0"/>
              </a:spcBef>
              <a:buClrTx/>
              <a:buSzTx/>
              <a:buFontTx/>
              <a:buNone/>
              <a:defRPr sz="2400"/>
            </a:lvl4pPr>
            <a:lvl5pPr marL="0" indent="914400">
              <a:spcBef>
                <a:spcPts val="0"/>
              </a:spcBef>
              <a:buClrTx/>
              <a:buSzTx/>
              <a:buFontTx/>
              <a:buNone/>
              <a:defRPr sz="2400"/>
            </a:lvl5pPr>
          </a:lstStyle>
          <a:p>
            <a:pPr lvl="0">
              <a:defRPr sz="1800">
                <a:solidFill>
                  <a:srgbClr val="000000"/>
                </a:solidFill>
              </a:defRPr>
            </a:pPr>
            <a:r>
              <a:rPr sz="2400">
                <a:solidFill>
                  <a:srgbClr val="414141"/>
                </a:solidFill>
              </a:rPr>
              <a:t>Body Level One</a:t>
            </a:r>
            <a:endParaRPr sz="2400">
              <a:solidFill>
                <a:srgbClr val="414141"/>
              </a:solidFill>
            </a:endParaRPr>
          </a:p>
          <a:p>
            <a:pPr lvl="1">
              <a:defRPr sz="1800">
                <a:solidFill>
                  <a:srgbClr val="000000"/>
                </a:solidFill>
              </a:defRPr>
            </a:pPr>
            <a:r>
              <a:rPr sz="2400">
                <a:solidFill>
                  <a:srgbClr val="414141"/>
                </a:solidFill>
              </a:rPr>
              <a:t>Body Level Two</a:t>
            </a:r>
            <a:endParaRPr sz="2400">
              <a:solidFill>
                <a:srgbClr val="414141"/>
              </a:solidFill>
            </a:endParaRPr>
          </a:p>
          <a:p>
            <a:pPr lvl="2">
              <a:defRPr sz="1800">
                <a:solidFill>
                  <a:srgbClr val="000000"/>
                </a:solidFill>
              </a:defRPr>
            </a:pPr>
            <a:r>
              <a:rPr sz="2400">
                <a:solidFill>
                  <a:srgbClr val="414141"/>
                </a:solidFill>
              </a:rPr>
              <a:t>Body Level Three</a:t>
            </a:r>
            <a:endParaRPr sz="2400">
              <a:solidFill>
                <a:srgbClr val="414141"/>
              </a:solidFill>
            </a:endParaRPr>
          </a:p>
          <a:p>
            <a:pPr lvl="3">
              <a:defRPr sz="1800">
                <a:solidFill>
                  <a:srgbClr val="000000"/>
                </a:solidFill>
              </a:defRPr>
            </a:pPr>
            <a:r>
              <a:rPr sz="2400">
                <a:solidFill>
                  <a:srgbClr val="414141"/>
                </a:solidFill>
              </a:rPr>
              <a:t>Body Level Four</a:t>
            </a:r>
            <a:endParaRPr sz="2400">
              <a:solidFill>
                <a:srgbClr val="414141"/>
              </a:solidFill>
            </a:endParaRPr>
          </a:p>
          <a:p>
            <a:pPr lvl="4">
              <a:defRPr sz="1800">
                <a:solidFill>
                  <a:srgbClr val="000000"/>
                </a:solidFill>
              </a:defRPr>
            </a:pPr>
            <a:r>
              <a:rPr sz="2400">
                <a:solidFill>
                  <a:srgbClr val="414141"/>
                </a:solidFill>
              </a:rPr>
              <a:t>Body Level Five</a:t>
            </a:r>
          </a:p>
        </p:txBody>
      </p:sp>
    </p:spTree>
  </p:cSld>
  <p:clrMapOvr>
    <a:masterClrMapping/>
  </p:clrMapOvr>
  <p:transitio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type="tx" showMasterSp="0" showMasterPhAnim="1">
  <p:cSld name="Photo - Horizontal">
    <p:spTree>
      <p:nvGrpSpPr>
        <p:cNvPr id="1" name=""/>
        <p:cNvGrpSpPr/>
        <p:nvPr/>
      </p:nvGrpSpPr>
      <p:grpSpPr>
        <a:xfrm>
          <a:off x="0" y="0"/>
          <a:ext cx="0" cy="0"/>
          <a:chOff x="0" y="0"/>
          <a:chExt cx="0" cy="0"/>
        </a:xfrm>
      </p:grpSpPr>
      <p:sp>
        <p:nvSpPr>
          <p:cNvPr id="13" name="Shape 13"/>
          <p:cNvSpPr/>
          <p:nvPr/>
        </p:nvSpPr>
        <p:spPr>
          <a:xfrm rot="16200000">
            <a:off x="7172923" y="7874934"/>
            <a:ext cx="1642759"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ln w="12700">
            <a:solidFill>
              <a:srgbClr val="444444">
                <a:alpha val="30000"/>
              </a:srgbClr>
            </a:solidFill>
            <a:miter lim="400000"/>
          </a:ln>
        </p:spPr>
        <p:txBody>
          <a:bodyPr lIns="0" tIns="0" rIns="0" bIns="0" anchor="ctr"/>
          <a:lstStyle/>
          <a:p>
            <a:pPr lvl="0" algn="l" defTabSz="457200">
              <a:defRPr sz="1200">
                <a:solidFill>
                  <a:srgbClr val="000000"/>
                </a:solidFill>
                <a:latin typeface="Helvetica"/>
                <a:ea typeface="Helvetica"/>
                <a:cs typeface="Helvetica"/>
                <a:sym typeface="Helvetica"/>
              </a:defRPr>
            </a:pPr>
          </a:p>
        </p:txBody>
      </p:sp>
      <p:sp>
        <p:nvSpPr>
          <p:cNvPr id="14" name="Shape 14"/>
          <p:cNvSpPr/>
          <p:nvPr/>
        </p:nvSpPr>
        <p:spPr>
          <a:xfrm>
            <a:off x="508000" y="9131300"/>
            <a:ext cx="11999453" cy="0"/>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ln w="12700">
            <a:solidFill>
              <a:srgbClr val="444444">
                <a:alpha val="30000"/>
              </a:srgbClr>
            </a:solidFill>
            <a:miter lim="400000"/>
          </a:ln>
        </p:spPr>
        <p:txBody>
          <a:bodyPr lIns="0" tIns="0" rIns="0" bIns="0" anchor="ctr"/>
          <a:lstStyle/>
          <a:p>
            <a:pPr lvl="0" algn="l" defTabSz="457200">
              <a:defRPr sz="1200">
                <a:solidFill>
                  <a:srgbClr val="000000"/>
                </a:solidFill>
                <a:latin typeface="Helvetica"/>
                <a:ea typeface="Helvetica"/>
                <a:cs typeface="Helvetica"/>
                <a:sym typeface="Helvetica"/>
              </a:defRPr>
            </a:pPr>
          </a:p>
        </p:txBody>
      </p:sp>
      <p:sp>
        <p:nvSpPr>
          <p:cNvPr id="15" name="Shape 15"/>
          <p:cNvSpPr/>
          <p:nvPr/>
        </p:nvSpPr>
        <p:spPr>
          <a:xfrm>
            <a:off x="508000" y="6629400"/>
            <a:ext cx="12000019" cy="0"/>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ln w="12700">
            <a:solidFill>
              <a:srgbClr val="444444">
                <a:alpha val="30000"/>
              </a:srgbClr>
            </a:solidFill>
            <a:miter lim="400000"/>
          </a:ln>
        </p:spPr>
        <p:txBody>
          <a:bodyPr lIns="0" tIns="0" rIns="0" bIns="0" anchor="ctr"/>
          <a:lstStyle/>
          <a:p>
            <a:pPr lvl="0" algn="l" defTabSz="457200">
              <a:defRPr sz="1200">
                <a:solidFill>
                  <a:srgbClr val="000000"/>
                </a:solidFill>
                <a:latin typeface="Helvetica"/>
                <a:ea typeface="Helvetica"/>
                <a:cs typeface="Helvetica"/>
                <a:sym typeface="Helvetica"/>
              </a:defRPr>
            </a:pPr>
          </a:p>
        </p:txBody>
      </p:sp>
      <p:sp>
        <p:nvSpPr>
          <p:cNvPr id="16" name="Shape 16"/>
          <p:cNvSpPr/>
          <p:nvPr/>
        </p:nvSpPr>
        <p:spPr>
          <a:xfrm rot="16200000">
            <a:off x="7172923" y="7874934"/>
            <a:ext cx="1642759"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ln w="12700">
            <a:solidFill>
              <a:srgbClr val="444444">
                <a:alpha val="30000"/>
              </a:srgbClr>
            </a:solidFill>
            <a:miter lim="400000"/>
          </a:ln>
        </p:spPr>
        <p:txBody>
          <a:bodyPr lIns="0" tIns="0" rIns="0" bIns="0" anchor="ctr"/>
          <a:lstStyle/>
          <a:p>
            <a:pPr lvl="0" algn="l" defTabSz="457200">
              <a:defRPr sz="1200">
                <a:solidFill>
                  <a:srgbClr val="000000"/>
                </a:solidFill>
                <a:latin typeface="Helvetica"/>
                <a:ea typeface="Helvetica"/>
                <a:cs typeface="Helvetica"/>
                <a:sym typeface="Helvetica"/>
              </a:defRPr>
            </a:pPr>
          </a:p>
        </p:txBody>
      </p:sp>
      <p:sp>
        <p:nvSpPr>
          <p:cNvPr id="17" name="Shape 17"/>
          <p:cNvSpPr/>
          <p:nvPr>
            <p:ph type="title"/>
          </p:nvPr>
        </p:nvSpPr>
        <p:spPr>
          <a:xfrm>
            <a:off x="508000" y="6680200"/>
            <a:ext cx="7200900" cy="2413000"/>
          </a:xfrm>
          <a:prstGeom prst="rect">
            <a:avLst/>
          </a:prstGeom>
        </p:spPr>
        <p:txBody>
          <a:bodyPr/>
          <a:lstStyle>
            <a:lvl1pPr algn="l"/>
          </a:lstStyle>
          <a:p>
            <a:pPr lvl="0">
              <a:defRPr sz="1800">
                <a:solidFill>
                  <a:srgbClr val="000000"/>
                </a:solidFill>
              </a:defRPr>
            </a:pPr>
            <a:r>
              <a:rPr sz="7000">
                <a:solidFill>
                  <a:srgbClr val="D93E2B"/>
                </a:solidFill>
              </a:rPr>
              <a:t>Title Text</a:t>
            </a:r>
          </a:p>
        </p:txBody>
      </p:sp>
      <p:sp>
        <p:nvSpPr>
          <p:cNvPr id="18" name="Shape 18"/>
          <p:cNvSpPr/>
          <p:nvPr>
            <p:ph type="body" idx="1"/>
          </p:nvPr>
        </p:nvSpPr>
        <p:spPr>
          <a:xfrm>
            <a:off x="8280400" y="6680200"/>
            <a:ext cx="4241800" cy="2413000"/>
          </a:xfrm>
          <a:prstGeom prst="rect">
            <a:avLst/>
          </a:prstGeom>
        </p:spPr>
        <p:txBody>
          <a:bodyPr/>
          <a:lstStyle>
            <a:lvl1pPr marL="0" indent="0">
              <a:spcBef>
                <a:spcPts val="0"/>
              </a:spcBef>
              <a:buClrTx/>
              <a:buSzTx/>
              <a:buFontTx/>
              <a:buNone/>
              <a:defRPr sz="2400"/>
            </a:lvl1pPr>
            <a:lvl2pPr marL="0" indent="228600">
              <a:spcBef>
                <a:spcPts val="0"/>
              </a:spcBef>
              <a:buClrTx/>
              <a:buSzTx/>
              <a:buFontTx/>
              <a:buNone/>
              <a:defRPr sz="2400"/>
            </a:lvl2pPr>
            <a:lvl3pPr marL="0" indent="457200">
              <a:spcBef>
                <a:spcPts val="0"/>
              </a:spcBef>
              <a:buClrTx/>
              <a:buSzTx/>
              <a:buFontTx/>
              <a:buNone/>
              <a:defRPr sz="2400"/>
            </a:lvl3pPr>
            <a:lvl4pPr marL="0" indent="685800">
              <a:spcBef>
                <a:spcPts val="0"/>
              </a:spcBef>
              <a:buClrTx/>
              <a:buSzTx/>
              <a:buFontTx/>
              <a:buNone/>
              <a:defRPr sz="2400"/>
            </a:lvl4pPr>
            <a:lvl5pPr marL="0" indent="914400">
              <a:spcBef>
                <a:spcPts val="0"/>
              </a:spcBef>
              <a:buClrTx/>
              <a:buSzTx/>
              <a:buFontTx/>
              <a:buNone/>
              <a:defRPr sz="2400"/>
            </a:lvl5pPr>
          </a:lstStyle>
          <a:p>
            <a:pPr lvl="0">
              <a:defRPr sz="1800">
                <a:solidFill>
                  <a:srgbClr val="000000"/>
                </a:solidFill>
              </a:defRPr>
            </a:pPr>
            <a:r>
              <a:rPr sz="2400">
                <a:solidFill>
                  <a:srgbClr val="414141"/>
                </a:solidFill>
              </a:rPr>
              <a:t>Body Level One</a:t>
            </a:r>
            <a:endParaRPr sz="2400">
              <a:solidFill>
                <a:srgbClr val="414141"/>
              </a:solidFill>
            </a:endParaRPr>
          </a:p>
          <a:p>
            <a:pPr lvl="1">
              <a:defRPr sz="1800">
                <a:solidFill>
                  <a:srgbClr val="000000"/>
                </a:solidFill>
              </a:defRPr>
            </a:pPr>
            <a:r>
              <a:rPr sz="2400">
                <a:solidFill>
                  <a:srgbClr val="414141"/>
                </a:solidFill>
              </a:rPr>
              <a:t>Body Level Two</a:t>
            </a:r>
            <a:endParaRPr sz="2400">
              <a:solidFill>
                <a:srgbClr val="414141"/>
              </a:solidFill>
            </a:endParaRPr>
          </a:p>
          <a:p>
            <a:pPr lvl="2">
              <a:defRPr sz="1800">
                <a:solidFill>
                  <a:srgbClr val="000000"/>
                </a:solidFill>
              </a:defRPr>
            </a:pPr>
            <a:r>
              <a:rPr sz="2400">
                <a:solidFill>
                  <a:srgbClr val="414141"/>
                </a:solidFill>
              </a:rPr>
              <a:t>Body Level Three</a:t>
            </a:r>
            <a:endParaRPr sz="2400">
              <a:solidFill>
                <a:srgbClr val="414141"/>
              </a:solidFill>
            </a:endParaRPr>
          </a:p>
          <a:p>
            <a:pPr lvl="3">
              <a:defRPr sz="1800">
                <a:solidFill>
                  <a:srgbClr val="000000"/>
                </a:solidFill>
              </a:defRPr>
            </a:pPr>
            <a:r>
              <a:rPr sz="2400">
                <a:solidFill>
                  <a:srgbClr val="414141"/>
                </a:solidFill>
              </a:rPr>
              <a:t>Body Level Four</a:t>
            </a:r>
            <a:endParaRPr sz="2400">
              <a:solidFill>
                <a:srgbClr val="414141"/>
              </a:solidFill>
            </a:endParaRPr>
          </a:p>
          <a:p>
            <a:pPr lvl="4">
              <a:defRPr sz="1800">
                <a:solidFill>
                  <a:srgbClr val="000000"/>
                </a:solidFill>
              </a:defRPr>
            </a:pPr>
            <a:r>
              <a:rPr sz="2400">
                <a:solidFill>
                  <a:srgbClr val="414141"/>
                </a:solidFill>
              </a:rPr>
              <a:t>Body Level Five</a:t>
            </a:r>
          </a:p>
        </p:txBody>
      </p:sp>
    </p:spTree>
  </p:cSld>
  <p:clrMapOvr>
    <a:masterClrMapping/>
  </p:clrMapOvr>
  <p:transitio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type="tx" showMasterSp="0" showMasterPhAnim="1">
  <p:cSld name="Title - Center">
    <p:spTree>
      <p:nvGrpSpPr>
        <p:cNvPr id="1" name=""/>
        <p:cNvGrpSpPr/>
        <p:nvPr/>
      </p:nvGrpSpPr>
      <p:grpSpPr>
        <a:xfrm>
          <a:off x="0" y="0"/>
          <a:ext cx="0" cy="0"/>
          <a:chOff x="0" y="0"/>
          <a:chExt cx="0" cy="0"/>
        </a:xfrm>
      </p:grpSpPr>
      <p:sp>
        <p:nvSpPr>
          <p:cNvPr id="20" name="Shape 20"/>
          <p:cNvSpPr/>
          <p:nvPr>
            <p:ph type="title"/>
          </p:nvPr>
        </p:nvSpPr>
        <p:spPr>
          <a:xfrm>
            <a:off x="508000" y="3670300"/>
            <a:ext cx="11988800" cy="2413000"/>
          </a:xfrm>
          <a:prstGeom prst="rect">
            <a:avLst/>
          </a:prstGeom>
        </p:spPr>
        <p:txBody>
          <a:bodyPr/>
          <a:lstStyle/>
          <a:p>
            <a:pPr lvl="0">
              <a:defRPr sz="1800">
                <a:solidFill>
                  <a:srgbClr val="000000"/>
                </a:solidFill>
              </a:defRPr>
            </a:pPr>
            <a:r>
              <a:rPr sz="7000">
                <a:solidFill>
                  <a:srgbClr val="D93E2B"/>
                </a:solidFill>
              </a:rPr>
              <a:t>Title Text</a:t>
            </a:r>
          </a:p>
        </p:txBody>
      </p:sp>
    </p:spTree>
  </p:cSld>
  <p:clrMapOvr>
    <a:masterClrMapping/>
  </p:clrMapOvr>
  <p:transitio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type="tx" showMasterSp="0" showMasterPhAnim="1">
  <p:cSld name="Photo - Vertical">
    <p:spTree>
      <p:nvGrpSpPr>
        <p:cNvPr id="1" name=""/>
        <p:cNvGrpSpPr/>
        <p:nvPr/>
      </p:nvGrpSpPr>
      <p:grpSpPr>
        <a:xfrm>
          <a:off x="0" y="0"/>
          <a:ext cx="0" cy="0"/>
          <a:chOff x="0" y="0"/>
          <a:chExt cx="0" cy="0"/>
        </a:xfrm>
      </p:grpSpPr>
      <p:sp>
        <p:nvSpPr>
          <p:cNvPr id="22" name="Shape 22"/>
          <p:cNvSpPr/>
          <p:nvPr/>
        </p:nvSpPr>
        <p:spPr>
          <a:xfrm>
            <a:off x="508000" y="4876800"/>
            <a:ext cx="5676374" cy="0"/>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ln w="12700">
            <a:solidFill>
              <a:srgbClr val="444444">
                <a:alpha val="30000"/>
              </a:srgbClr>
            </a:solidFill>
            <a:miter lim="400000"/>
          </a:ln>
        </p:spPr>
        <p:txBody>
          <a:bodyPr lIns="0" tIns="0" rIns="0" bIns="0" anchor="ctr"/>
          <a:lstStyle/>
          <a:p>
            <a:pPr lvl="0" algn="l" defTabSz="457200">
              <a:defRPr sz="1200">
                <a:solidFill>
                  <a:srgbClr val="000000"/>
                </a:solidFill>
                <a:latin typeface="Helvetica"/>
                <a:ea typeface="Helvetica"/>
                <a:cs typeface="Helvetica"/>
                <a:sym typeface="Helvetica"/>
              </a:defRPr>
            </a:pPr>
          </a:p>
        </p:txBody>
      </p:sp>
      <p:sp>
        <p:nvSpPr>
          <p:cNvPr id="23" name="Shape 23"/>
          <p:cNvSpPr/>
          <p:nvPr/>
        </p:nvSpPr>
        <p:spPr>
          <a:xfrm>
            <a:off x="508000" y="2768600"/>
            <a:ext cx="5676316" cy="0"/>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ln w="12700">
            <a:solidFill>
              <a:srgbClr val="444444">
                <a:alpha val="30000"/>
              </a:srgbClr>
            </a:solidFill>
            <a:miter lim="400000"/>
          </a:ln>
        </p:spPr>
        <p:txBody>
          <a:bodyPr lIns="0" tIns="0" rIns="0" bIns="0" anchor="ctr"/>
          <a:lstStyle/>
          <a:p>
            <a:pPr lvl="0" algn="l" defTabSz="457200">
              <a:defRPr sz="1200">
                <a:solidFill>
                  <a:srgbClr val="000000"/>
                </a:solidFill>
                <a:latin typeface="Helvetica"/>
                <a:ea typeface="Helvetica"/>
                <a:cs typeface="Helvetica"/>
                <a:sym typeface="Helvetica"/>
              </a:defRPr>
            </a:pPr>
          </a:p>
        </p:txBody>
      </p:sp>
      <p:sp>
        <p:nvSpPr>
          <p:cNvPr id="24" name="Shape 24"/>
          <p:cNvSpPr/>
          <p:nvPr>
            <p:ph type="title"/>
          </p:nvPr>
        </p:nvSpPr>
        <p:spPr>
          <a:xfrm>
            <a:off x="508000" y="2806700"/>
            <a:ext cx="5676900" cy="2032000"/>
          </a:xfrm>
          <a:prstGeom prst="rect">
            <a:avLst/>
          </a:prstGeom>
        </p:spPr>
        <p:txBody>
          <a:bodyPr/>
          <a:lstStyle>
            <a:lvl1pPr algn="l">
              <a:defRPr sz="5600"/>
            </a:lvl1pPr>
          </a:lstStyle>
          <a:p>
            <a:pPr lvl="0">
              <a:defRPr sz="1800">
                <a:solidFill>
                  <a:srgbClr val="000000"/>
                </a:solidFill>
              </a:defRPr>
            </a:pPr>
            <a:r>
              <a:rPr sz="5600">
                <a:solidFill>
                  <a:srgbClr val="D93E2B"/>
                </a:solidFill>
              </a:rPr>
              <a:t>Title Text</a:t>
            </a:r>
          </a:p>
        </p:txBody>
      </p:sp>
      <p:sp>
        <p:nvSpPr>
          <p:cNvPr id="25" name="Shape 25"/>
          <p:cNvSpPr/>
          <p:nvPr>
            <p:ph type="body" idx="1"/>
          </p:nvPr>
        </p:nvSpPr>
        <p:spPr>
          <a:xfrm>
            <a:off x="508000" y="5029200"/>
            <a:ext cx="5676900" cy="4013200"/>
          </a:xfrm>
          <a:prstGeom prst="rect">
            <a:avLst/>
          </a:prstGeom>
        </p:spPr>
        <p:txBody>
          <a:bodyPr anchor="t"/>
          <a:lstStyle>
            <a:lvl1pPr marL="0" indent="0">
              <a:spcBef>
                <a:spcPts val="0"/>
              </a:spcBef>
              <a:buClrTx/>
              <a:buSzTx/>
              <a:buFontTx/>
              <a:buNone/>
              <a:defRPr sz="2400"/>
            </a:lvl1pPr>
            <a:lvl2pPr marL="0" indent="228600">
              <a:spcBef>
                <a:spcPts val="0"/>
              </a:spcBef>
              <a:buClrTx/>
              <a:buSzTx/>
              <a:buFontTx/>
              <a:buNone/>
              <a:defRPr sz="2400"/>
            </a:lvl2pPr>
            <a:lvl3pPr marL="0" indent="457200">
              <a:spcBef>
                <a:spcPts val="0"/>
              </a:spcBef>
              <a:buClrTx/>
              <a:buSzTx/>
              <a:buFontTx/>
              <a:buNone/>
              <a:defRPr sz="2400"/>
            </a:lvl3pPr>
            <a:lvl4pPr marL="0" indent="685800">
              <a:spcBef>
                <a:spcPts val="0"/>
              </a:spcBef>
              <a:buClrTx/>
              <a:buSzTx/>
              <a:buFontTx/>
              <a:buNone/>
              <a:defRPr sz="2400"/>
            </a:lvl4pPr>
            <a:lvl5pPr marL="0" indent="914400">
              <a:spcBef>
                <a:spcPts val="0"/>
              </a:spcBef>
              <a:buClrTx/>
              <a:buSzTx/>
              <a:buFontTx/>
              <a:buNone/>
              <a:defRPr sz="2400"/>
            </a:lvl5pPr>
          </a:lstStyle>
          <a:p>
            <a:pPr lvl="0">
              <a:defRPr sz="1800">
                <a:solidFill>
                  <a:srgbClr val="000000"/>
                </a:solidFill>
              </a:defRPr>
            </a:pPr>
            <a:r>
              <a:rPr sz="2400">
                <a:solidFill>
                  <a:srgbClr val="414141"/>
                </a:solidFill>
              </a:rPr>
              <a:t>Body Level One</a:t>
            </a:r>
            <a:endParaRPr sz="2400">
              <a:solidFill>
                <a:srgbClr val="414141"/>
              </a:solidFill>
            </a:endParaRPr>
          </a:p>
          <a:p>
            <a:pPr lvl="1">
              <a:defRPr sz="1800">
                <a:solidFill>
                  <a:srgbClr val="000000"/>
                </a:solidFill>
              </a:defRPr>
            </a:pPr>
            <a:r>
              <a:rPr sz="2400">
                <a:solidFill>
                  <a:srgbClr val="414141"/>
                </a:solidFill>
              </a:rPr>
              <a:t>Body Level Two</a:t>
            </a:r>
            <a:endParaRPr sz="2400">
              <a:solidFill>
                <a:srgbClr val="414141"/>
              </a:solidFill>
            </a:endParaRPr>
          </a:p>
          <a:p>
            <a:pPr lvl="2">
              <a:defRPr sz="1800">
                <a:solidFill>
                  <a:srgbClr val="000000"/>
                </a:solidFill>
              </a:defRPr>
            </a:pPr>
            <a:r>
              <a:rPr sz="2400">
                <a:solidFill>
                  <a:srgbClr val="414141"/>
                </a:solidFill>
              </a:rPr>
              <a:t>Body Level Three</a:t>
            </a:r>
            <a:endParaRPr sz="2400">
              <a:solidFill>
                <a:srgbClr val="414141"/>
              </a:solidFill>
            </a:endParaRPr>
          </a:p>
          <a:p>
            <a:pPr lvl="3">
              <a:defRPr sz="1800">
                <a:solidFill>
                  <a:srgbClr val="000000"/>
                </a:solidFill>
              </a:defRPr>
            </a:pPr>
            <a:r>
              <a:rPr sz="2400">
                <a:solidFill>
                  <a:srgbClr val="414141"/>
                </a:solidFill>
              </a:rPr>
              <a:t>Body Level Four</a:t>
            </a:r>
            <a:endParaRPr sz="2400">
              <a:solidFill>
                <a:srgbClr val="414141"/>
              </a:solidFill>
            </a:endParaRPr>
          </a:p>
          <a:p>
            <a:pPr lvl="4">
              <a:defRPr sz="1800">
                <a:solidFill>
                  <a:srgbClr val="000000"/>
                </a:solidFill>
              </a:defRPr>
            </a:pPr>
            <a:r>
              <a:rPr sz="2400">
                <a:solidFill>
                  <a:srgbClr val="414141"/>
                </a:solidFill>
              </a:rPr>
              <a:t>Body Level Five</a:t>
            </a:r>
          </a:p>
        </p:txBody>
      </p:sp>
    </p:spTree>
  </p:cSld>
  <p:clrMapOvr>
    <a:masterClrMapping/>
  </p:clrMapOvr>
  <p:transitio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type="tx" showMasterSp="1" showMasterPhAnim="1">
  <p:cSld name="Title - Top">
    <p:spTree>
      <p:nvGrpSpPr>
        <p:cNvPr id="1" name=""/>
        <p:cNvGrpSpPr/>
        <p:nvPr/>
      </p:nvGrpSpPr>
      <p:grpSpPr>
        <a:xfrm>
          <a:off x="0" y="0"/>
          <a:ext cx="0" cy="0"/>
          <a:chOff x="0" y="0"/>
          <a:chExt cx="0" cy="0"/>
        </a:xfrm>
      </p:grpSpPr>
      <p:sp>
        <p:nvSpPr>
          <p:cNvPr id="27" name="Shape 27"/>
          <p:cNvSpPr/>
          <p:nvPr>
            <p:ph type="title"/>
          </p:nvPr>
        </p:nvSpPr>
        <p:spPr>
          <a:prstGeom prst="rect">
            <a:avLst/>
          </a:prstGeom>
        </p:spPr>
        <p:txBody>
          <a:bodyPr/>
          <a:lstStyle/>
          <a:p>
            <a:pPr lvl="0">
              <a:defRPr sz="1800">
                <a:solidFill>
                  <a:srgbClr val="000000"/>
                </a:solidFill>
              </a:defRPr>
            </a:pPr>
            <a:r>
              <a:rPr sz="7000">
                <a:solidFill>
                  <a:srgbClr val="D93E2B"/>
                </a:solidFill>
              </a:rPr>
              <a:t>Title Text</a:t>
            </a:r>
          </a:p>
        </p:txBody>
      </p:sp>
    </p:spTree>
  </p:cSld>
  <p:clrMapOvr>
    <a:masterClrMapping/>
  </p:clrMapOvr>
  <p:transitio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type="tx" showMasterSp="1" showMasterPhAnim="1">
  <p:cSld name="Title &amp; Bullets">
    <p:spTree>
      <p:nvGrpSpPr>
        <p:cNvPr id="1" name=""/>
        <p:cNvGrpSpPr/>
        <p:nvPr/>
      </p:nvGrpSpPr>
      <p:grpSpPr>
        <a:xfrm>
          <a:off x="0" y="0"/>
          <a:ext cx="0" cy="0"/>
          <a:chOff x="0" y="0"/>
          <a:chExt cx="0" cy="0"/>
        </a:xfrm>
      </p:grpSpPr>
      <p:sp>
        <p:nvSpPr>
          <p:cNvPr id="29" name="Shape 29"/>
          <p:cNvSpPr/>
          <p:nvPr>
            <p:ph type="title"/>
          </p:nvPr>
        </p:nvSpPr>
        <p:spPr>
          <a:prstGeom prst="rect">
            <a:avLst/>
          </a:prstGeom>
        </p:spPr>
        <p:txBody>
          <a:bodyPr/>
          <a:lstStyle/>
          <a:p>
            <a:pPr lvl="0">
              <a:defRPr sz="1800">
                <a:solidFill>
                  <a:srgbClr val="000000"/>
                </a:solidFill>
              </a:defRPr>
            </a:pPr>
            <a:r>
              <a:rPr sz="7000">
                <a:solidFill>
                  <a:srgbClr val="D93E2B"/>
                </a:solidFill>
              </a:rPr>
              <a:t>Title Text</a:t>
            </a:r>
          </a:p>
        </p:txBody>
      </p:sp>
      <p:sp>
        <p:nvSpPr>
          <p:cNvPr id="30" name="Shape 30"/>
          <p:cNvSpPr/>
          <p:nvPr>
            <p:ph type="body" idx="1"/>
          </p:nvPr>
        </p:nvSpPr>
        <p:spPr>
          <a:prstGeom prst="rect">
            <a:avLst/>
          </a:prstGeom>
        </p:spPr>
        <p:txBody>
          <a:bodyPr/>
          <a:lstStyle/>
          <a:p>
            <a:pPr lvl="0">
              <a:defRPr sz="1800">
                <a:solidFill>
                  <a:srgbClr val="000000"/>
                </a:solidFill>
              </a:defRPr>
            </a:pPr>
            <a:r>
              <a:rPr sz="3600">
                <a:solidFill>
                  <a:srgbClr val="414141"/>
                </a:solidFill>
              </a:rPr>
              <a:t>Body Level One</a:t>
            </a:r>
            <a:endParaRPr sz="3600">
              <a:solidFill>
                <a:srgbClr val="414141"/>
              </a:solidFill>
            </a:endParaRPr>
          </a:p>
          <a:p>
            <a:pPr lvl="1">
              <a:defRPr sz="1800">
                <a:solidFill>
                  <a:srgbClr val="000000"/>
                </a:solidFill>
              </a:defRPr>
            </a:pPr>
            <a:r>
              <a:rPr sz="3600">
                <a:solidFill>
                  <a:srgbClr val="414141"/>
                </a:solidFill>
              </a:rPr>
              <a:t>Body Level Two</a:t>
            </a:r>
            <a:endParaRPr sz="3600">
              <a:solidFill>
                <a:srgbClr val="414141"/>
              </a:solidFill>
            </a:endParaRPr>
          </a:p>
          <a:p>
            <a:pPr lvl="2">
              <a:defRPr sz="1800">
                <a:solidFill>
                  <a:srgbClr val="000000"/>
                </a:solidFill>
              </a:defRPr>
            </a:pPr>
            <a:r>
              <a:rPr sz="3600">
                <a:solidFill>
                  <a:srgbClr val="414141"/>
                </a:solidFill>
              </a:rPr>
              <a:t>Body Level Three</a:t>
            </a:r>
            <a:endParaRPr sz="3600">
              <a:solidFill>
                <a:srgbClr val="414141"/>
              </a:solidFill>
            </a:endParaRPr>
          </a:p>
          <a:p>
            <a:pPr lvl="3">
              <a:defRPr sz="1800">
                <a:solidFill>
                  <a:srgbClr val="000000"/>
                </a:solidFill>
              </a:defRPr>
            </a:pPr>
            <a:r>
              <a:rPr sz="3600">
                <a:solidFill>
                  <a:srgbClr val="414141"/>
                </a:solidFill>
              </a:rPr>
              <a:t>Body Level Four</a:t>
            </a:r>
            <a:endParaRPr sz="3600">
              <a:solidFill>
                <a:srgbClr val="414141"/>
              </a:solidFill>
            </a:endParaRPr>
          </a:p>
          <a:p>
            <a:pPr lvl="4">
              <a:defRPr sz="1800">
                <a:solidFill>
                  <a:srgbClr val="000000"/>
                </a:solidFill>
              </a:defRPr>
            </a:pPr>
            <a:r>
              <a:rPr sz="3600">
                <a:solidFill>
                  <a:srgbClr val="414141"/>
                </a:solidFill>
              </a:rPr>
              <a:t>Body Level Five</a:t>
            </a:r>
          </a:p>
        </p:txBody>
      </p:sp>
    </p:spTree>
  </p:cSld>
  <p:clrMapOvr>
    <a:masterClrMapping/>
  </p:clrMapOvr>
  <p:transitio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type="tx" showMasterSp="1" showMasterPhAnim="1">
  <p:cSld name="Title, Bullets &amp; Photo">
    <p:spTree>
      <p:nvGrpSpPr>
        <p:cNvPr id="1" name=""/>
        <p:cNvGrpSpPr/>
        <p:nvPr/>
      </p:nvGrpSpPr>
      <p:grpSpPr>
        <a:xfrm>
          <a:off x="0" y="0"/>
          <a:ext cx="0" cy="0"/>
          <a:chOff x="0" y="0"/>
          <a:chExt cx="0" cy="0"/>
        </a:xfrm>
      </p:grpSpPr>
      <p:sp>
        <p:nvSpPr>
          <p:cNvPr id="32" name="Shape 32"/>
          <p:cNvSpPr/>
          <p:nvPr>
            <p:ph type="title"/>
          </p:nvPr>
        </p:nvSpPr>
        <p:spPr>
          <a:prstGeom prst="rect">
            <a:avLst/>
          </a:prstGeom>
        </p:spPr>
        <p:txBody>
          <a:bodyPr/>
          <a:lstStyle/>
          <a:p>
            <a:pPr lvl="0">
              <a:defRPr sz="1800">
                <a:solidFill>
                  <a:srgbClr val="000000"/>
                </a:solidFill>
              </a:defRPr>
            </a:pPr>
            <a:r>
              <a:rPr sz="7000">
                <a:solidFill>
                  <a:srgbClr val="D93E2B"/>
                </a:solidFill>
              </a:rPr>
              <a:t>Title Text</a:t>
            </a:r>
          </a:p>
        </p:txBody>
      </p:sp>
      <p:sp>
        <p:nvSpPr>
          <p:cNvPr id="33" name="Shape 33"/>
          <p:cNvSpPr/>
          <p:nvPr>
            <p:ph type="body" idx="1"/>
          </p:nvPr>
        </p:nvSpPr>
        <p:spPr>
          <a:xfrm>
            <a:off x="508000" y="2730500"/>
            <a:ext cx="5816600" cy="6350000"/>
          </a:xfrm>
          <a:prstGeom prst="rect">
            <a:avLst/>
          </a:prstGeom>
        </p:spPr>
        <p:txBody>
          <a:bodyPr/>
          <a:lstStyle>
            <a:lvl1pPr marL="393700" indent="-393700">
              <a:spcBef>
                <a:spcPts val="1800"/>
              </a:spcBef>
              <a:buSzPct val="65000"/>
              <a:defRPr sz="3000"/>
            </a:lvl1pPr>
            <a:lvl2pPr marL="787400" indent="-393700">
              <a:spcBef>
                <a:spcPts val="1800"/>
              </a:spcBef>
              <a:buSzPct val="65000"/>
              <a:defRPr sz="3000"/>
            </a:lvl2pPr>
            <a:lvl3pPr marL="1181100" indent="-393700">
              <a:spcBef>
                <a:spcPts val="1800"/>
              </a:spcBef>
              <a:buSzPct val="65000"/>
              <a:defRPr sz="3000"/>
            </a:lvl3pPr>
            <a:lvl4pPr marL="1574800" indent="-393700">
              <a:spcBef>
                <a:spcPts val="1800"/>
              </a:spcBef>
              <a:buSzPct val="65000"/>
              <a:defRPr sz="3000"/>
            </a:lvl4pPr>
            <a:lvl5pPr marL="1968500" indent="-393700">
              <a:spcBef>
                <a:spcPts val="1800"/>
              </a:spcBef>
              <a:buSzPct val="65000"/>
              <a:defRPr sz="3000"/>
            </a:lvl5pPr>
          </a:lstStyle>
          <a:p>
            <a:pPr lvl="0">
              <a:defRPr sz="1800">
                <a:solidFill>
                  <a:srgbClr val="000000"/>
                </a:solidFill>
              </a:defRPr>
            </a:pPr>
            <a:r>
              <a:rPr sz="3000">
                <a:solidFill>
                  <a:srgbClr val="414141"/>
                </a:solidFill>
              </a:rPr>
              <a:t>Body Level One</a:t>
            </a:r>
            <a:endParaRPr sz="3000">
              <a:solidFill>
                <a:srgbClr val="414141"/>
              </a:solidFill>
            </a:endParaRPr>
          </a:p>
          <a:p>
            <a:pPr lvl="1">
              <a:defRPr sz="1800">
                <a:solidFill>
                  <a:srgbClr val="000000"/>
                </a:solidFill>
              </a:defRPr>
            </a:pPr>
            <a:r>
              <a:rPr sz="3000">
                <a:solidFill>
                  <a:srgbClr val="414141"/>
                </a:solidFill>
              </a:rPr>
              <a:t>Body Level Two</a:t>
            </a:r>
            <a:endParaRPr sz="3000">
              <a:solidFill>
                <a:srgbClr val="414141"/>
              </a:solidFill>
            </a:endParaRPr>
          </a:p>
          <a:p>
            <a:pPr lvl="2">
              <a:defRPr sz="1800">
                <a:solidFill>
                  <a:srgbClr val="000000"/>
                </a:solidFill>
              </a:defRPr>
            </a:pPr>
            <a:r>
              <a:rPr sz="3000">
                <a:solidFill>
                  <a:srgbClr val="414141"/>
                </a:solidFill>
              </a:rPr>
              <a:t>Body Level Three</a:t>
            </a:r>
            <a:endParaRPr sz="3000">
              <a:solidFill>
                <a:srgbClr val="414141"/>
              </a:solidFill>
            </a:endParaRPr>
          </a:p>
          <a:p>
            <a:pPr lvl="3">
              <a:defRPr sz="1800">
                <a:solidFill>
                  <a:srgbClr val="000000"/>
                </a:solidFill>
              </a:defRPr>
            </a:pPr>
            <a:r>
              <a:rPr sz="3000">
                <a:solidFill>
                  <a:srgbClr val="414141"/>
                </a:solidFill>
              </a:rPr>
              <a:t>Body Level Four</a:t>
            </a:r>
            <a:endParaRPr sz="3000">
              <a:solidFill>
                <a:srgbClr val="414141"/>
              </a:solidFill>
            </a:endParaRPr>
          </a:p>
          <a:p>
            <a:pPr lvl="4">
              <a:defRPr sz="1800">
                <a:solidFill>
                  <a:srgbClr val="000000"/>
                </a:solidFill>
              </a:defRPr>
            </a:pPr>
            <a:r>
              <a:rPr sz="3000">
                <a:solidFill>
                  <a:srgbClr val="414141"/>
                </a:solidFill>
              </a:rPr>
              <a:t>Body Level Five</a:t>
            </a:r>
          </a:p>
        </p:txBody>
      </p:sp>
    </p:spTree>
  </p:cSld>
  <p:clrMapOvr>
    <a:masterClrMapping/>
  </p:clrMapOvr>
  <p:transitio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type="tx" showMasterSp="0" showMasterPhAnim="1">
  <p:cSld name="Bullets">
    <p:spTree>
      <p:nvGrpSpPr>
        <p:cNvPr id="1" name=""/>
        <p:cNvGrpSpPr/>
        <p:nvPr/>
      </p:nvGrpSpPr>
      <p:grpSpPr>
        <a:xfrm>
          <a:off x="0" y="0"/>
          <a:ext cx="0" cy="0"/>
          <a:chOff x="0" y="0"/>
          <a:chExt cx="0" cy="0"/>
        </a:xfrm>
      </p:grpSpPr>
      <p:sp>
        <p:nvSpPr>
          <p:cNvPr id="35" name="Shape 35"/>
          <p:cNvSpPr/>
          <p:nvPr>
            <p:ph type="body" idx="1"/>
          </p:nvPr>
        </p:nvSpPr>
        <p:spPr>
          <a:xfrm>
            <a:off x="508000" y="1270000"/>
            <a:ext cx="11988800" cy="7213600"/>
          </a:xfrm>
          <a:prstGeom prst="rect">
            <a:avLst/>
          </a:prstGeom>
        </p:spPr>
        <p:txBody>
          <a:bodyPr/>
          <a:lstStyle/>
          <a:p>
            <a:pPr lvl="0">
              <a:defRPr sz="1800">
                <a:solidFill>
                  <a:srgbClr val="000000"/>
                </a:solidFill>
              </a:defRPr>
            </a:pPr>
            <a:r>
              <a:rPr sz="3600">
                <a:solidFill>
                  <a:srgbClr val="414141"/>
                </a:solidFill>
              </a:rPr>
              <a:t>Body Level One</a:t>
            </a:r>
            <a:endParaRPr sz="3600">
              <a:solidFill>
                <a:srgbClr val="414141"/>
              </a:solidFill>
            </a:endParaRPr>
          </a:p>
          <a:p>
            <a:pPr lvl="1">
              <a:defRPr sz="1800">
                <a:solidFill>
                  <a:srgbClr val="000000"/>
                </a:solidFill>
              </a:defRPr>
            </a:pPr>
            <a:r>
              <a:rPr sz="3600">
                <a:solidFill>
                  <a:srgbClr val="414141"/>
                </a:solidFill>
              </a:rPr>
              <a:t>Body Level Two</a:t>
            </a:r>
            <a:endParaRPr sz="3600">
              <a:solidFill>
                <a:srgbClr val="414141"/>
              </a:solidFill>
            </a:endParaRPr>
          </a:p>
          <a:p>
            <a:pPr lvl="2">
              <a:defRPr sz="1800">
                <a:solidFill>
                  <a:srgbClr val="000000"/>
                </a:solidFill>
              </a:defRPr>
            </a:pPr>
            <a:r>
              <a:rPr sz="3600">
                <a:solidFill>
                  <a:srgbClr val="414141"/>
                </a:solidFill>
              </a:rPr>
              <a:t>Body Level Three</a:t>
            </a:r>
            <a:endParaRPr sz="3600">
              <a:solidFill>
                <a:srgbClr val="414141"/>
              </a:solidFill>
            </a:endParaRPr>
          </a:p>
          <a:p>
            <a:pPr lvl="3">
              <a:defRPr sz="1800">
                <a:solidFill>
                  <a:srgbClr val="000000"/>
                </a:solidFill>
              </a:defRPr>
            </a:pPr>
            <a:r>
              <a:rPr sz="3600">
                <a:solidFill>
                  <a:srgbClr val="414141"/>
                </a:solidFill>
              </a:rPr>
              <a:t>Body Level Four</a:t>
            </a:r>
            <a:endParaRPr sz="3600">
              <a:solidFill>
                <a:srgbClr val="414141"/>
              </a:solidFill>
            </a:endParaRPr>
          </a:p>
          <a:p>
            <a:pPr lvl="4">
              <a:defRPr sz="1800">
                <a:solidFill>
                  <a:srgbClr val="000000"/>
                </a:solidFill>
              </a:defRPr>
            </a:pPr>
            <a:r>
              <a:rPr sz="3600">
                <a:solidFill>
                  <a:srgbClr val="414141"/>
                </a:solidFill>
              </a:rPr>
              <a:t>Body Level Five</a:t>
            </a:r>
          </a:p>
        </p:txBody>
      </p:sp>
    </p:spTree>
  </p:cSld>
  <p:clrMapOvr>
    <a:masterClrMapping/>
  </p:clrMapOvr>
  <p:transitio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type="tx" showMasterSp="0" showMasterPhAnim="1">
  <p:cSld name="Photo - 3 Up">
    <p:spTree>
      <p:nvGrpSpPr>
        <p:cNvPr id="1" name=""/>
        <p:cNvGrpSpPr/>
        <p:nvPr/>
      </p:nvGrpSpPr>
      <p:grpSpPr>
        <a:xfrm>
          <a:off x="0" y="0"/>
          <a:ext cx="0" cy="0"/>
          <a:chOff x="0" y="0"/>
          <a:chExt cx="0" cy="0"/>
        </a:xfrm>
      </p:grpSpPr>
    </p:spTree>
  </p:cSld>
  <p:clrMapOvr>
    <a:masterClrMapping/>
  </p:clrMapOvr>
  <p:transitio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type="tx" showMasterSp="0" showMasterPhAnim="1">
  <p:cSld name="Quote">
    <p:spTree>
      <p:nvGrpSpPr>
        <p:cNvPr id="1" name=""/>
        <p:cNvGrpSpPr/>
        <p:nvPr/>
      </p:nvGrpSpPr>
      <p:grpSpPr>
        <a:xfrm>
          <a:off x="0" y="0"/>
          <a:ext cx="0" cy="0"/>
          <a:chOff x="0" y="0"/>
          <a:chExt cx="0" cy="0"/>
        </a:xfrm>
      </p:grpSpPr>
    </p:spTree>
  </p:cSld>
  <p:clrMapOvr>
    <a:masterClrMapping/>
  </p:clrMapOvr>
  <p:transitio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type="tx" showMasterSp="0" showMasterPhAnim="1">
  <p:cSld name="Photo">
    <p:spTree>
      <p:nvGrpSpPr>
        <p:cNvPr id="1" name=""/>
        <p:cNvGrpSpPr/>
        <p:nvPr/>
      </p:nvGrpSpPr>
      <p:grpSpPr>
        <a:xfrm>
          <a:off x="0" y="0"/>
          <a:ext cx="0" cy="0"/>
          <a:chOff x="0" y="0"/>
          <a:chExt cx="0" cy="0"/>
        </a:xfrm>
      </p:grpSpPr>
    </p:spTree>
  </p:cSld>
  <p:clrMapOvr>
    <a:masterClrMapping/>
  </p:clrMapOvr>
  <p:transitio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type="tx" showMasterSp="0" showMasterPhAnim="1">
  <p:cSld name="Blank">
    <p:spTree>
      <p:nvGrpSpPr>
        <p:cNvPr id="1" name=""/>
        <p:cNvGrpSpPr/>
        <p:nvPr/>
      </p:nvGrpSpPr>
      <p:grpSpPr>
        <a:xfrm>
          <a:off x="0" y="0"/>
          <a:ext cx="0" cy="0"/>
          <a:chOff x="0" y="0"/>
          <a:chExt cx="0" cy="0"/>
        </a:xfrm>
      </p:grpSpPr>
    </p:spTree>
  </p:cSld>
  <p:clrMapOvr>
    <a:masterClrMapping/>
  </p:clrMapOvr>
  <p:transition spd="med" advClick="1"/>
</p:sldLayout>
</file>

<file path=ppt/slideMasters/_rels/slideMaster1.xml.rels><?xml version="1.0" encoding="UTF-8" standalone="yes"?><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 name="Shape 2"/>
          <p:cNvSpPr/>
          <p:nvPr/>
        </p:nvSpPr>
        <p:spPr>
          <a:xfrm>
            <a:off x="508000" y="2171700"/>
            <a:ext cx="11997292" cy="0"/>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ln w="12700">
            <a:solidFill>
              <a:srgbClr val="444444">
                <a:alpha val="30000"/>
              </a:srgbClr>
            </a:solidFill>
            <a:miter lim="400000"/>
          </a:ln>
        </p:spPr>
        <p:txBody>
          <a:bodyPr lIns="0" tIns="0" rIns="0" bIns="0" anchor="ctr"/>
          <a:lstStyle/>
          <a:p>
            <a:pPr lvl="0" algn="l" defTabSz="457200">
              <a:defRPr sz="1200">
                <a:solidFill>
                  <a:srgbClr val="000000"/>
                </a:solidFill>
                <a:latin typeface="Helvetica"/>
                <a:ea typeface="Helvetica"/>
                <a:cs typeface="Helvetica"/>
                <a:sym typeface="Helvetica"/>
              </a:defRPr>
            </a:pPr>
          </a:p>
        </p:txBody>
      </p:sp>
      <p:sp>
        <p:nvSpPr>
          <p:cNvPr id="3" name="Shape 3"/>
          <p:cNvSpPr/>
          <p:nvPr/>
        </p:nvSpPr>
        <p:spPr>
          <a:xfrm>
            <a:off x="508000" y="635000"/>
            <a:ext cx="11997292" cy="0"/>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ln w="12700">
            <a:solidFill>
              <a:srgbClr val="444444">
                <a:alpha val="30000"/>
              </a:srgbClr>
            </a:solidFill>
            <a:miter lim="400000"/>
          </a:ln>
        </p:spPr>
        <p:txBody>
          <a:bodyPr lIns="0" tIns="0" rIns="0" bIns="0" anchor="ctr"/>
          <a:lstStyle/>
          <a:p>
            <a:pPr lvl="0" algn="l" defTabSz="457200">
              <a:defRPr sz="1200">
                <a:solidFill>
                  <a:srgbClr val="000000"/>
                </a:solidFill>
                <a:latin typeface="Helvetica"/>
                <a:ea typeface="Helvetica"/>
                <a:cs typeface="Helvetica"/>
                <a:sym typeface="Helvetica"/>
              </a:defRPr>
            </a:pPr>
          </a:p>
        </p:txBody>
      </p:sp>
      <p:sp>
        <p:nvSpPr>
          <p:cNvPr id="4" name="Shape 4"/>
          <p:cNvSpPr/>
          <p:nvPr>
            <p:ph type="title"/>
          </p:nvPr>
        </p:nvSpPr>
        <p:spPr>
          <a:xfrm>
            <a:off x="508000" y="800100"/>
            <a:ext cx="11988800" cy="12192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lvl="0">
              <a:defRPr sz="1800">
                <a:solidFill>
                  <a:srgbClr val="000000"/>
                </a:solidFill>
              </a:defRPr>
            </a:pPr>
            <a:r>
              <a:rPr sz="7000">
                <a:solidFill>
                  <a:srgbClr val="D93E2B"/>
                </a:solidFill>
              </a:rPr>
              <a:t>Title Text</a:t>
            </a:r>
          </a:p>
        </p:txBody>
      </p:sp>
      <p:sp>
        <p:nvSpPr>
          <p:cNvPr id="5" name="Shape 5"/>
          <p:cNvSpPr/>
          <p:nvPr>
            <p:ph type="body" idx="1"/>
          </p:nvPr>
        </p:nvSpPr>
        <p:spPr>
          <a:xfrm>
            <a:off x="508000" y="2628900"/>
            <a:ext cx="11988800" cy="60960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lvl="0">
              <a:defRPr sz="1800">
                <a:solidFill>
                  <a:srgbClr val="000000"/>
                </a:solidFill>
              </a:defRPr>
            </a:pPr>
            <a:r>
              <a:rPr sz="3600">
                <a:solidFill>
                  <a:srgbClr val="414141"/>
                </a:solidFill>
              </a:rPr>
              <a:t>Body Level One</a:t>
            </a:r>
            <a:endParaRPr sz="3600">
              <a:solidFill>
                <a:srgbClr val="414141"/>
              </a:solidFill>
            </a:endParaRPr>
          </a:p>
          <a:p>
            <a:pPr lvl="1">
              <a:defRPr sz="1800">
                <a:solidFill>
                  <a:srgbClr val="000000"/>
                </a:solidFill>
              </a:defRPr>
            </a:pPr>
            <a:r>
              <a:rPr sz="3600">
                <a:solidFill>
                  <a:srgbClr val="414141"/>
                </a:solidFill>
              </a:rPr>
              <a:t>Body Level Two</a:t>
            </a:r>
            <a:endParaRPr sz="3600">
              <a:solidFill>
                <a:srgbClr val="414141"/>
              </a:solidFill>
            </a:endParaRPr>
          </a:p>
          <a:p>
            <a:pPr lvl="2">
              <a:defRPr sz="1800">
                <a:solidFill>
                  <a:srgbClr val="000000"/>
                </a:solidFill>
              </a:defRPr>
            </a:pPr>
            <a:r>
              <a:rPr sz="3600">
                <a:solidFill>
                  <a:srgbClr val="414141"/>
                </a:solidFill>
              </a:rPr>
              <a:t>Body Level Three</a:t>
            </a:r>
            <a:endParaRPr sz="3600">
              <a:solidFill>
                <a:srgbClr val="414141"/>
              </a:solidFill>
            </a:endParaRPr>
          </a:p>
          <a:p>
            <a:pPr lvl="3">
              <a:defRPr sz="1800">
                <a:solidFill>
                  <a:srgbClr val="000000"/>
                </a:solidFill>
              </a:defRPr>
            </a:pPr>
            <a:r>
              <a:rPr sz="3600">
                <a:solidFill>
                  <a:srgbClr val="414141"/>
                </a:solidFill>
              </a:rPr>
              <a:t>Body Level Four</a:t>
            </a:r>
            <a:endParaRPr sz="3600">
              <a:solidFill>
                <a:srgbClr val="414141"/>
              </a:solidFill>
            </a:endParaRPr>
          </a:p>
          <a:p>
            <a:pPr lvl="4">
              <a:defRPr sz="1800">
                <a:solidFill>
                  <a:srgbClr val="000000"/>
                </a:solidFill>
              </a:defRPr>
            </a:pPr>
            <a:r>
              <a:rPr sz="3600">
                <a:solidFill>
                  <a:srgbClr val="414141"/>
                </a:solidFill>
              </a:rPr>
              <a:t>Body Level Five</a:t>
            </a:r>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transition spd="med" advClick="1"/>
  <p:txStyles>
    <p:titleStyle>
      <a:lvl1pPr algn="ctr" defTabSz="584200">
        <a:lnSpc>
          <a:spcPct val="90000"/>
        </a:lnSpc>
        <a:spcBef>
          <a:spcPts val="1600"/>
        </a:spcBef>
        <a:defRPr sz="7000">
          <a:solidFill>
            <a:srgbClr val="D93E2B"/>
          </a:solidFill>
          <a:latin typeface="+mn-lt"/>
          <a:ea typeface="+mn-ea"/>
          <a:cs typeface="+mn-cs"/>
          <a:sym typeface="Bodoni SvtyTwo ITC TT-Book"/>
        </a:defRPr>
      </a:lvl1pPr>
      <a:lvl2pPr indent="228600" algn="ctr" defTabSz="584200">
        <a:lnSpc>
          <a:spcPct val="90000"/>
        </a:lnSpc>
        <a:spcBef>
          <a:spcPts val="1600"/>
        </a:spcBef>
        <a:defRPr sz="7000">
          <a:solidFill>
            <a:srgbClr val="D93E2B"/>
          </a:solidFill>
          <a:latin typeface="+mn-lt"/>
          <a:ea typeface="+mn-ea"/>
          <a:cs typeface="+mn-cs"/>
          <a:sym typeface="Bodoni SvtyTwo ITC TT-Book"/>
        </a:defRPr>
      </a:lvl2pPr>
      <a:lvl3pPr indent="457200" algn="ctr" defTabSz="584200">
        <a:lnSpc>
          <a:spcPct val="90000"/>
        </a:lnSpc>
        <a:spcBef>
          <a:spcPts val="1600"/>
        </a:spcBef>
        <a:defRPr sz="7000">
          <a:solidFill>
            <a:srgbClr val="D93E2B"/>
          </a:solidFill>
          <a:latin typeface="+mn-lt"/>
          <a:ea typeface="+mn-ea"/>
          <a:cs typeface="+mn-cs"/>
          <a:sym typeface="Bodoni SvtyTwo ITC TT-Book"/>
        </a:defRPr>
      </a:lvl3pPr>
      <a:lvl4pPr indent="685800" algn="ctr" defTabSz="584200">
        <a:lnSpc>
          <a:spcPct val="90000"/>
        </a:lnSpc>
        <a:spcBef>
          <a:spcPts val="1600"/>
        </a:spcBef>
        <a:defRPr sz="7000">
          <a:solidFill>
            <a:srgbClr val="D93E2B"/>
          </a:solidFill>
          <a:latin typeface="+mn-lt"/>
          <a:ea typeface="+mn-ea"/>
          <a:cs typeface="+mn-cs"/>
          <a:sym typeface="Bodoni SvtyTwo ITC TT-Book"/>
        </a:defRPr>
      </a:lvl4pPr>
      <a:lvl5pPr indent="914400" algn="ctr" defTabSz="584200">
        <a:lnSpc>
          <a:spcPct val="90000"/>
        </a:lnSpc>
        <a:spcBef>
          <a:spcPts val="1600"/>
        </a:spcBef>
        <a:defRPr sz="7000">
          <a:solidFill>
            <a:srgbClr val="D93E2B"/>
          </a:solidFill>
          <a:latin typeface="+mn-lt"/>
          <a:ea typeface="+mn-ea"/>
          <a:cs typeface="+mn-cs"/>
          <a:sym typeface="Bodoni SvtyTwo ITC TT-Book"/>
        </a:defRPr>
      </a:lvl5pPr>
      <a:lvl6pPr indent="1143000" algn="ctr" defTabSz="584200">
        <a:lnSpc>
          <a:spcPct val="90000"/>
        </a:lnSpc>
        <a:spcBef>
          <a:spcPts val="1600"/>
        </a:spcBef>
        <a:defRPr sz="7000">
          <a:solidFill>
            <a:srgbClr val="D93E2B"/>
          </a:solidFill>
          <a:latin typeface="+mn-lt"/>
          <a:ea typeface="+mn-ea"/>
          <a:cs typeface="+mn-cs"/>
          <a:sym typeface="Bodoni SvtyTwo ITC TT-Book"/>
        </a:defRPr>
      </a:lvl6pPr>
      <a:lvl7pPr indent="1371600" algn="ctr" defTabSz="584200">
        <a:lnSpc>
          <a:spcPct val="90000"/>
        </a:lnSpc>
        <a:spcBef>
          <a:spcPts val="1600"/>
        </a:spcBef>
        <a:defRPr sz="7000">
          <a:solidFill>
            <a:srgbClr val="D93E2B"/>
          </a:solidFill>
          <a:latin typeface="+mn-lt"/>
          <a:ea typeface="+mn-ea"/>
          <a:cs typeface="+mn-cs"/>
          <a:sym typeface="Bodoni SvtyTwo ITC TT-Book"/>
        </a:defRPr>
      </a:lvl7pPr>
      <a:lvl8pPr indent="1600200" algn="ctr" defTabSz="584200">
        <a:lnSpc>
          <a:spcPct val="90000"/>
        </a:lnSpc>
        <a:spcBef>
          <a:spcPts val="1600"/>
        </a:spcBef>
        <a:defRPr sz="7000">
          <a:solidFill>
            <a:srgbClr val="D93E2B"/>
          </a:solidFill>
          <a:latin typeface="+mn-lt"/>
          <a:ea typeface="+mn-ea"/>
          <a:cs typeface="+mn-cs"/>
          <a:sym typeface="Bodoni SvtyTwo ITC TT-Book"/>
        </a:defRPr>
      </a:lvl8pPr>
      <a:lvl9pPr indent="1828800" algn="ctr" defTabSz="584200">
        <a:lnSpc>
          <a:spcPct val="90000"/>
        </a:lnSpc>
        <a:spcBef>
          <a:spcPts val="1600"/>
        </a:spcBef>
        <a:defRPr sz="7000">
          <a:solidFill>
            <a:srgbClr val="D93E2B"/>
          </a:solidFill>
          <a:latin typeface="+mn-lt"/>
          <a:ea typeface="+mn-ea"/>
          <a:cs typeface="+mn-cs"/>
          <a:sym typeface="Bodoni SvtyTwo ITC TT-Book"/>
        </a:defRPr>
      </a:lvl9pPr>
    </p:titleStyle>
    <p:bodyStyle>
      <a:lvl1pPr marL="469900" indent="-469900" defTabSz="584200">
        <a:spcBef>
          <a:spcPts val="2400"/>
        </a:spcBef>
        <a:buClr>
          <a:srgbClr val="929292"/>
        </a:buClr>
        <a:buSzPct val="60000"/>
        <a:buFont typeface="Zapf Dingbats"/>
        <a:buChar char="❖"/>
        <a:defRPr sz="3600">
          <a:solidFill>
            <a:srgbClr val="414141"/>
          </a:solidFill>
          <a:latin typeface="Palatino"/>
          <a:ea typeface="Palatino"/>
          <a:cs typeface="Palatino"/>
          <a:sym typeface="Palatino"/>
        </a:defRPr>
      </a:lvl1pPr>
      <a:lvl2pPr marL="939800" indent="-469900" defTabSz="584200">
        <a:spcBef>
          <a:spcPts val="2400"/>
        </a:spcBef>
        <a:buClr>
          <a:srgbClr val="929292"/>
        </a:buClr>
        <a:buSzPct val="60000"/>
        <a:buFont typeface="Zapf Dingbats"/>
        <a:buChar char="❖"/>
        <a:defRPr sz="3600">
          <a:solidFill>
            <a:srgbClr val="414141"/>
          </a:solidFill>
          <a:latin typeface="Palatino"/>
          <a:ea typeface="Palatino"/>
          <a:cs typeface="Palatino"/>
          <a:sym typeface="Palatino"/>
        </a:defRPr>
      </a:lvl2pPr>
      <a:lvl3pPr marL="1409700" indent="-469900" defTabSz="584200">
        <a:spcBef>
          <a:spcPts val="2400"/>
        </a:spcBef>
        <a:buClr>
          <a:srgbClr val="929292"/>
        </a:buClr>
        <a:buSzPct val="60000"/>
        <a:buFont typeface="Zapf Dingbats"/>
        <a:buChar char="❖"/>
        <a:defRPr sz="3600">
          <a:solidFill>
            <a:srgbClr val="414141"/>
          </a:solidFill>
          <a:latin typeface="Palatino"/>
          <a:ea typeface="Palatino"/>
          <a:cs typeface="Palatino"/>
          <a:sym typeface="Palatino"/>
        </a:defRPr>
      </a:lvl3pPr>
      <a:lvl4pPr marL="1879600" indent="-469900" defTabSz="584200">
        <a:spcBef>
          <a:spcPts val="2400"/>
        </a:spcBef>
        <a:buClr>
          <a:srgbClr val="929292"/>
        </a:buClr>
        <a:buSzPct val="60000"/>
        <a:buFont typeface="Zapf Dingbats"/>
        <a:buChar char="❖"/>
        <a:defRPr sz="3600">
          <a:solidFill>
            <a:srgbClr val="414141"/>
          </a:solidFill>
          <a:latin typeface="Palatino"/>
          <a:ea typeface="Palatino"/>
          <a:cs typeface="Palatino"/>
          <a:sym typeface="Palatino"/>
        </a:defRPr>
      </a:lvl4pPr>
      <a:lvl5pPr marL="2349500" indent="-469900" defTabSz="584200">
        <a:spcBef>
          <a:spcPts val="2400"/>
        </a:spcBef>
        <a:buClr>
          <a:srgbClr val="929292"/>
        </a:buClr>
        <a:buSzPct val="60000"/>
        <a:buFont typeface="Zapf Dingbats"/>
        <a:buChar char="❖"/>
        <a:defRPr sz="3600">
          <a:solidFill>
            <a:srgbClr val="414141"/>
          </a:solidFill>
          <a:latin typeface="Palatino"/>
          <a:ea typeface="Palatino"/>
          <a:cs typeface="Palatino"/>
          <a:sym typeface="Palatino"/>
        </a:defRPr>
      </a:lvl5pPr>
      <a:lvl6pPr marL="2819400" indent="-469900" defTabSz="584200">
        <a:spcBef>
          <a:spcPts val="2400"/>
        </a:spcBef>
        <a:buClr>
          <a:srgbClr val="929292"/>
        </a:buClr>
        <a:buSzPct val="60000"/>
        <a:buFont typeface="Zapf Dingbats"/>
        <a:buChar char="❖"/>
        <a:defRPr sz="3600">
          <a:solidFill>
            <a:srgbClr val="414141"/>
          </a:solidFill>
          <a:latin typeface="Palatino"/>
          <a:ea typeface="Palatino"/>
          <a:cs typeface="Palatino"/>
          <a:sym typeface="Palatino"/>
        </a:defRPr>
      </a:lvl6pPr>
      <a:lvl7pPr marL="3289300" indent="-469900" defTabSz="584200">
        <a:spcBef>
          <a:spcPts val="2400"/>
        </a:spcBef>
        <a:buClr>
          <a:srgbClr val="929292"/>
        </a:buClr>
        <a:buSzPct val="60000"/>
        <a:buFont typeface="Zapf Dingbats"/>
        <a:buChar char="❖"/>
        <a:defRPr sz="3600">
          <a:solidFill>
            <a:srgbClr val="414141"/>
          </a:solidFill>
          <a:latin typeface="Palatino"/>
          <a:ea typeface="Palatino"/>
          <a:cs typeface="Palatino"/>
          <a:sym typeface="Palatino"/>
        </a:defRPr>
      </a:lvl7pPr>
      <a:lvl8pPr marL="3759200" indent="-469900" defTabSz="584200">
        <a:spcBef>
          <a:spcPts val="2400"/>
        </a:spcBef>
        <a:buClr>
          <a:srgbClr val="929292"/>
        </a:buClr>
        <a:buSzPct val="60000"/>
        <a:buFont typeface="Zapf Dingbats"/>
        <a:buChar char="❖"/>
        <a:defRPr sz="3600">
          <a:solidFill>
            <a:srgbClr val="414141"/>
          </a:solidFill>
          <a:latin typeface="Palatino"/>
          <a:ea typeface="Palatino"/>
          <a:cs typeface="Palatino"/>
          <a:sym typeface="Palatino"/>
        </a:defRPr>
      </a:lvl8pPr>
      <a:lvl9pPr marL="4229100" indent="-469900" defTabSz="584200">
        <a:spcBef>
          <a:spcPts val="2400"/>
        </a:spcBef>
        <a:buClr>
          <a:srgbClr val="929292"/>
        </a:buClr>
        <a:buSzPct val="60000"/>
        <a:buFont typeface="Zapf Dingbats"/>
        <a:buChar char="❖"/>
        <a:defRPr sz="3600">
          <a:solidFill>
            <a:srgbClr val="414141"/>
          </a:solidFill>
          <a:latin typeface="Palatino"/>
          <a:ea typeface="Palatino"/>
          <a:cs typeface="Palatino"/>
          <a:sym typeface="Palatino"/>
        </a:defRPr>
      </a:lvl9pPr>
    </p:bodyStyle>
    <p:otherStyle>
      <a:lvl1pPr algn="ctr" defTabSz="584200">
        <a:defRPr>
          <a:solidFill>
            <a:schemeClr val="tx1"/>
          </a:solidFill>
          <a:latin typeface="+mn-lt"/>
          <a:ea typeface="+mn-ea"/>
          <a:cs typeface="+mn-cs"/>
          <a:sym typeface="Palatino"/>
        </a:defRPr>
      </a:lvl1pPr>
      <a:lvl2pPr indent="228600" algn="ctr" defTabSz="584200">
        <a:defRPr>
          <a:solidFill>
            <a:schemeClr val="tx1"/>
          </a:solidFill>
          <a:latin typeface="+mn-lt"/>
          <a:ea typeface="+mn-ea"/>
          <a:cs typeface="+mn-cs"/>
          <a:sym typeface="Palatino"/>
        </a:defRPr>
      </a:lvl2pPr>
      <a:lvl3pPr indent="457200" algn="ctr" defTabSz="584200">
        <a:defRPr>
          <a:solidFill>
            <a:schemeClr val="tx1"/>
          </a:solidFill>
          <a:latin typeface="+mn-lt"/>
          <a:ea typeface="+mn-ea"/>
          <a:cs typeface="+mn-cs"/>
          <a:sym typeface="Palatino"/>
        </a:defRPr>
      </a:lvl3pPr>
      <a:lvl4pPr indent="685800" algn="ctr" defTabSz="584200">
        <a:defRPr>
          <a:solidFill>
            <a:schemeClr val="tx1"/>
          </a:solidFill>
          <a:latin typeface="+mn-lt"/>
          <a:ea typeface="+mn-ea"/>
          <a:cs typeface="+mn-cs"/>
          <a:sym typeface="Palatino"/>
        </a:defRPr>
      </a:lvl4pPr>
      <a:lvl5pPr indent="914400" algn="ctr" defTabSz="584200">
        <a:defRPr>
          <a:solidFill>
            <a:schemeClr val="tx1"/>
          </a:solidFill>
          <a:latin typeface="+mn-lt"/>
          <a:ea typeface="+mn-ea"/>
          <a:cs typeface="+mn-cs"/>
          <a:sym typeface="Palatino"/>
        </a:defRPr>
      </a:lvl5pPr>
      <a:lvl6pPr indent="1143000" algn="ctr" defTabSz="584200">
        <a:defRPr>
          <a:solidFill>
            <a:schemeClr val="tx1"/>
          </a:solidFill>
          <a:latin typeface="+mn-lt"/>
          <a:ea typeface="+mn-ea"/>
          <a:cs typeface="+mn-cs"/>
          <a:sym typeface="Palatino"/>
        </a:defRPr>
      </a:lvl6pPr>
      <a:lvl7pPr indent="1371600" algn="ctr" defTabSz="584200">
        <a:defRPr>
          <a:solidFill>
            <a:schemeClr val="tx1"/>
          </a:solidFill>
          <a:latin typeface="+mn-lt"/>
          <a:ea typeface="+mn-ea"/>
          <a:cs typeface="+mn-cs"/>
          <a:sym typeface="Palatino"/>
        </a:defRPr>
      </a:lvl7pPr>
      <a:lvl8pPr indent="1600200" algn="ctr" defTabSz="584200">
        <a:defRPr>
          <a:solidFill>
            <a:schemeClr val="tx1"/>
          </a:solidFill>
          <a:latin typeface="+mn-lt"/>
          <a:ea typeface="+mn-ea"/>
          <a:cs typeface="+mn-cs"/>
          <a:sym typeface="Palatino"/>
        </a:defRPr>
      </a:lvl8pPr>
      <a:lvl9pPr indent="1828800" algn="ctr" defTabSz="584200">
        <a:defRPr>
          <a:solidFill>
            <a:schemeClr val="tx1"/>
          </a:solidFill>
          <a:latin typeface="+mn-lt"/>
          <a:ea typeface="+mn-ea"/>
          <a:cs typeface="+mn-cs"/>
          <a:sym typeface="Palatino"/>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jpe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3" name="Shape 43"/>
          <p:cNvSpPr/>
          <p:nvPr/>
        </p:nvSpPr>
        <p:spPr>
          <a:xfrm>
            <a:off x="508000" y="3505200"/>
            <a:ext cx="72009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l">
              <a:lnSpc>
                <a:spcPct val="110000"/>
              </a:lnSpc>
              <a:defRPr i="1"/>
            </a:lvl1pPr>
          </a:lstStyle>
          <a:p>
            <a:pPr lvl="0">
              <a:defRPr i="0" sz="1800">
                <a:solidFill>
                  <a:srgbClr val="000000"/>
                </a:solidFill>
              </a:defRPr>
            </a:pPr>
            <a:r>
              <a:rPr i="1" sz="2400">
                <a:solidFill>
                  <a:srgbClr val="414141"/>
                </a:solidFill>
              </a:rPr>
              <a:t>The Crux of the Dance</a:t>
            </a:r>
          </a:p>
        </p:txBody>
      </p:sp>
      <p:sp>
        <p:nvSpPr>
          <p:cNvPr id="44" name="Shape 44"/>
          <p:cNvSpPr/>
          <p:nvPr>
            <p:ph type="title"/>
          </p:nvPr>
        </p:nvSpPr>
        <p:spPr>
          <a:prstGeom prst="rect">
            <a:avLst/>
          </a:prstGeom>
        </p:spPr>
        <p:txBody>
          <a:bodyPr/>
          <a:lstStyle/>
          <a:p>
            <a:pPr lvl="0">
              <a:defRPr sz="1800">
                <a:solidFill>
                  <a:srgbClr val="000000"/>
                </a:solidFill>
              </a:defRPr>
            </a:pPr>
            <a:r>
              <a:rPr sz="7000">
                <a:solidFill>
                  <a:srgbClr val="D93E2B"/>
                </a:solidFill>
              </a:rPr>
              <a:t>Why Stuff Happens</a:t>
            </a:r>
          </a:p>
        </p:txBody>
      </p:sp>
      <p:sp>
        <p:nvSpPr>
          <p:cNvPr id="45" name="Shape 45"/>
          <p:cNvSpPr/>
          <p:nvPr>
            <p:ph type="body" idx="1"/>
          </p:nvPr>
        </p:nvSpPr>
        <p:spPr>
          <a:prstGeom prst="rect">
            <a:avLst/>
          </a:prstGeom>
        </p:spPr>
        <p:txBody>
          <a:bodyPr/>
          <a:lstStyle/>
          <a:p>
            <a:pPr lvl="0">
              <a:defRPr sz="1800">
                <a:solidFill>
                  <a:srgbClr val="000000"/>
                </a:solidFill>
              </a:defRPr>
            </a:pPr>
            <a:r>
              <a:rPr sz="2400">
                <a:solidFill>
                  <a:srgbClr val="414141"/>
                </a:solidFill>
              </a:rPr>
              <a:t>Thermodynamics</a:t>
            </a:r>
          </a:p>
        </p:txBody>
      </p:sp>
      <p:sp>
        <p:nvSpPr>
          <p:cNvPr id="46" name="Shape 46"/>
          <p:cNvSpPr/>
          <p:nvPr/>
        </p:nvSpPr>
        <p:spPr>
          <a:xfrm>
            <a:off x="513010" y="6769100"/>
            <a:ext cx="8789790" cy="2540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just"/>
          </a:lstStyle>
          <a:p>
            <a:pPr lvl="0">
              <a:defRPr sz="1800">
                <a:solidFill>
                  <a:srgbClr val="000000"/>
                </a:solidFill>
              </a:defRPr>
            </a:pPr>
            <a:r>
              <a:rPr sz="2400">
                <a:solidFill>
                  <a:srgbClr val="414141"/>
                </a:solidFill>
              </a:rPr>
              <a:t>“A law is more impressive the greater the simplicity of its premises, the more different are the kinds of things it relates, and the more extended its range of applicability. It is the only physical theory of universal content, which I am convince, that within the framework of applicability of its basic concepts will never be overthrown.” (Einstein)</a:t>
            </a:r>
          </a:p>
        </p:txBody>
      </p:sp>
    </p:spTree>
  </p:cSld>
  <p:clrMapOvr>
    <a:masterClrMapping/>
  </p:clrMapOvr>
  <p:transition spd="med" advClick="1"/>
</p:sld>
</file>

<file path=ppt/slides/slide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8" name="Shape 48"/>
          <p:cNvSpPr/>
          <p:nvPr>
            <p:ph type="title"/>
          </p:nvPr>
        </p:nvSpPr>
        <p:spPr>
          <a:prstGeom prst="rect">
            <a:avLst/>
          </a:prstGeom>
        </p:spPr>
        <p:txBody>
          <a:bodyPr/>
          <a:lstStyle/>
          <a:p>
            <a:pPr lvl="0">
              <a:defRPr sz="1800">
                <a:solidFill>
                  <a:srgbClr val="000000"/>
                </a:solidFill>
              </a:defRPr>
            </a:pPr>
            <a:r>
              <a:rPr sz="7000">
                <a:solidFill>
                  <a:srgbClr val="D93E2B"/>
                </a:solidFill>
              </a:rPr>
              <a:t>Quick Check - Entropy</a:t>
            </a:r>
          </a:p>
        </p:txBody>
      </p:sp>
      <p:sp>
        <p:nvSpPr>
          <p:cNvPr id="49" name="Shape 49"/>
          <p:cNvSpPr/>
          <p:nvPr>
            <p:ph type="body" idx="1"/>
          </p:nvPr>
        </p:nvSpPr>
        <p:spPr>
          <a:xfrm>
            <a:off x="508000" y="2628900"/>
            <a:ext cx="9921925" cy="6096000"/>
          </a:xfrm>
          <a:prstGeom prst="rect">
            <a:avLst/>
          </a:prstGeom>
        </p:spPr>
        <p:txBody>
          <a:bodyPr/>
          <a:lstStyle/>
          <a:p>
            <a:pPr lvl="0" marL="0" indent="0">
              <a:buClrTx/>
              <a:buSzTx/>
              <a:buFontTx/>
              <a:buNone/>
              <a:defRPr sz="1800">
                <a:solidFill>
                  <a:srgbClr val="000000"/>
                </a:solidFill>
              </a:defRPr>
            </a:pPr>
            <a:r>
              <a:rPr sz="3600">
                <a:solidFill>
                  <a:srgbClr val="414141"/>
                </a:solidFill>
              </a:rPr>
              <a:t>(a) CaCO</a:t>
            </a:r>
            <a:r>
              <a:rPr baseline="-5999" sz="3600">
                <a:solidFill>
                  <a:srgbClr val="414141"/>
                </a:solidFill>
              </a:rPr>
              <a:t>3</a:t>
            </a:r>
            <a:r>
              <a:rPr sz="3600">
                <a:solidFill>
                  <a:srgbClr val="414141"/>
                </a:solidFill>
              </a:rPr>
              <a:t> (s) → CaO (s) + CO</a:t>
            </a:r>
            <a:r>
              <a:rPr baseline="-5999" sz="3600">
                <a:solidFill>
                  <a:srgbClr val="414141"/>
                </a:solidFill>
              </a:rPr>
              <a:t>2</a:t>
            </a:r>
            <a:r>
              <a:rPr sz="3600">
                <a:solidFill>
                  <a:srgbClr val="414141"/>
                </a:solidFill>
              </a:rPr>
              <a:t> (g) ……………..</a:t>
            </a:r>
            <a:endParaRPr b="1" sz="3600">
              <a:solidFill>
                <a:srgbClr val="414141"/>
              </a:solidFill>
            </a:endParaRPr>
          </a:p>
          <a:p>
            <a:pPr lvl="0" marL="0" indent="0">
              <a:buClrTx/>
              <a:buSzTx/>
              <a:buFontTx/>
              <a:buNone/>
              <a:defRPr sz="1800">
                <a:solidFill>
                  <a:srgbClr val="000000"/>
                </a:solidFill>
              </a:defRPr>
            </a:pPr>
            <a:r>
              <a:rPr sz="3600">
                <a:solidFill>
                  <a:srgbClr val="414141"/>
                </a:solidFill>
              </a:rPr>
              <a:t>(b) N</a:t>
            </a:r>
            <a:r>
              <a:rPr baseline="-5999" sz="3600">
                <a:solidFill>
                  <a:srgbClr val="414141"/>
                </a:solidFill>
              </a:rPr>
              <a:t>2</a:t>
            </a:r>
            <a:r>
              <a:rPr sz="3600">
                <a:solidFill>
                  <a:srgbClr val="414141"/>
                </a:solidFill>
              </a:rPr>
              <a:t> (g) + 3H</a:t>
            </a:r>
            <a:r>
              <a:rPr baseline="-5999" sz="3600">
                <a:solidFill>
                  <a:srgbClr val="414141"/>
                </a:solidFill>
              </a:rPr>
              <a:t>2</a:t>
            </a:r>
            <a:r>
              <a:rPr sz="3600">
                <a:solidFill>
                  <a:srgbClr val="414141"/>
                </a:solidFill>
              </a:rPr>
              <a:t> (g) → 2NH</a:t>
            </a:r>
            <a:r>
              <a:rPr baseline="-5999" sz="3600">
                <a:solidFill>
                  <a:srgbClr val="414141"/>
                </a:solidFill>
              </a:rPr>
              <a:t>3</a:t>
            </a:r>
            <a:r>
              <a:rPr sz="3600">
                <a:solidFill>
                  <a:srgbClr val="414141"/>
                </a:solidFill>
              </a:rPr>
              <a:t> (g) ………………..</a:t>
            </a:r>
            <a:endParaRPr sz="3600">
              <a:solidFill>
                <a:srgbClr val="414141"/>
              </a:solidFill>
            </a:endParaRPr>
          </a:p>
          <a:p>
            <a:pPr lvl="0" marL="0" indent="0">
              <a:buClrTx/>
              <a:buSzTx/>
              <a:buFontTx/>
              <a:buNone/>
              <a:defRPr sz="1800">
                <a:solidFill>
                  <a:srgbClr val="000000"/>
                </a:solidFill>
              </a:defRPr>
            </a:pPr>
            <a:r>
              <a:rPr sz="3600">
                <a:solidFill>
                  <a:srgbClr val="414141"/>
                </a:solidFill>
              </a:rPr>
              <a:t>(c) CH</a:t>
            </a:r>
            <a:r>
              <a:rPr baseline="-5999" sz="3600">
                <a:solidFill>
                  <a:srgbClr val="414141"/>
                </a:solidFill>
              </a:rPr>
              <a:t>3</a:t>
            </a:r>
            <a:r>
              <a:rPr sz="3600">
                <a:solidFill>
                  <a:srgbClr val="414141"/>
                </a:solidFill>
              </a:rPr>
              <a:t>COO</a:t>
            </a:r>
            <a:r>
              <a:rPr baseline="31999" sz="3600">
                <a:solidFill>
                  <a:srgbClr val="414141"/>
                </a:solidFill>
              </a:rPr>
              <a:t>-</a:t>
            </a:r>
            <a:r>
              <a:rPr sz="3600">
                <a:solidFill>
                  <a:srgbClr val="414141"/>
                </a:solidFill>
              </a:rPr>
              <a:t>Na</a:t>
            </a:r>
            <a:r>
              <a:rPr baseline="31999" sz="3600">
                <a:solidFill>
                  <a:srgbClr val="414141"/>
                </a:solidFill>
              </a:rPr>
              <a:t>+</a:t>
            </a:r>
            <a:r>
              <a:rPr sz="3600">
                <a:solidFill>
                  <a:srgbClr val="414141"/>
                </a:solidFill>
              </a:rPr>
              <a:t> (aq) → CH</a:t>
            </a:r>
            <a:r>
              <a:rPr baseline="-5999" sz="3600">
                <a:solidFill>
                  <a:srgbClr val="414141"/>
                </a:solidFill>
              </a:rPr>
              <a:t>3</a:t>
            </a:r>
            <a:r>
              <a:rPr sz="3600">
                <a:solidFill>
                  <a:srgbClr val="414141"/>
                </a:solidFill>
              </a:rPr>
              <a:t>COO</a:t>
            </a:r>
            <a:r>
              <a:rPr baseline="31999" sz="3600">
                <a:solidFill>
                  <a:srgbClr val="414141"/>
                </a:solidFill>
              </a:rPr>
              <a:t>-</a:t>
            </a:r>
            <a:r>
              <a:rPr sz="3600">
                <a:solidFill>
                  <a:srgbClr val="414141"/>
                </a:solidFill>
              </a:rPr>
              <a:t>Na</a:t>
            </a:r>
            <a:r>
              <a:rPr baseline="31999" sz="3600">
                <a:solidFill>
                  <a:srgbClr val="414141"/>
                </a:solidFill>
              </a:rPr>
              <a:t>+</a:t>
            </a:r>
            <a:r>
              <a:rPr sz="3600">
                <a:solidFill>
                  <a:srgbClr val="414141"/>
                </a:solidFill>
              </a:rPr>
              <a:t> (s) …..</a:t>
            </a:r>
            <a:endParaRPr b="1" sz="3600">
              <a:solidFill>
                <a:srgbClr val="414141"/>
              </a:solidFill>
            </a:endParaRPr>
          </a:p>
          <a:p>
            <a:pPr lvl="0" marL="0" indent="0">
              <a:buClrTx/>
              <a:buSzTx/>
              <a:buFontTx/>
              <a:buNone/>
              <a:defRPr sz="1800">
                <a:solidFill>
                  <a:srgbClr val="000000"/>
                </a:solidFill>
              </a:defRPr>
            </a:pPr>
            <a:r>
              <a:rPr sz="3600">
                <a:solidFill>
                  <a:srgbClr val="414141"/>
                </a:solidFill>
              </a:rPr>
              <a:t>(d) NaC</a:t>
            </a:r>
            <a:r>
              <a:rPr i="1" sz="3600">
                <a:solidFill>
                  <a:srgbClr val="414141"/>
                </a:solidFill>
              </a:rPr>
              <a:t>l</a:t>
            </a:r>
            <a:r>
              <a:rPr sz="3600">
                <a:solidFill>
                  <a:srgbClr val="414141"/>
                </a:solidFill>
              </a:rPr>
              <a:t> (s) → NaC</a:t>
            </a:r>
            <a:r>
              <a:rPr i="1" sz="3600">
                <a:solidFill>
                  <a:srgbClr val="414141"/>
                </a:solidFill>
              </a:rPr>
              <a:t>l</a:t>
            </a:r>
            <a:r>
              <a:rPr sz="3600">
                <a:solidFill>
                  <a:srgbClr val="414141"/>
                </a:solidFill>
              </a:rPr>
              <a:t> (aq) …………………………</a:t>
            </a:r>
            <a:endParaRPr sz="3600">
              <a:solidFill>
                <a:srgbClr val="414141"/>
              </a:solidFill>
            </a:endParaRPr>
          </a:p>
          <a:p>
            <a:pPr lvl="0" marL="0" indent="0">
              <a:buClrTx/>
              <a:buSzTx/>
              <a:buFontTx/>
              <a:buNone/>
              <a:defRPr sz="1800">
                <a:solidFill>
                  <a:srgbClr val="000000"/>
                </a:solidFill>
              </a:defRPr>
            </a:pPr>
            <a:r>
              <a:rPr sz="3600">
                <a:solidFill>
                  <a:srgbClr val="414141"/>
                </a:solidFill>
              </a:rPr>
              <a:t>(e) 2H</a:t>
            </a:r>
            <a:r>
              <a:rPr baseline="-5999" sz="3600">
                <a:solidFill>
                  <a:srgbClr val="414141"/>
                </a:solidFill>
              </a:rPr>
              <a:t>2</a:t>
            </a:r>
            <a:r>
              <a:rPr sz="3600">
                <a:solidFill>
                  <a:srgbClr val="414141"/>
                </a:solidFill>
              </a:rPr>
              <a:t>O (</a:t>
            </a:r>
            <a:r>
              <a:rPr i="1" sz="3600">
                <a:solidFill>
                  <a:srgbClr val="414141"/>
                </a:solidFill>
              </a:rPr>
              <a:t>l</a:t>
            </a:r>
            <a:r>
              <a:rPr sz="3600">
                <a:solidFill>
                  <a:srgbClr val="414141"/>
                </a:solidFill>
              </a:rPr>
              <a:t>) → 2H</a:t>
            </a:r>
            <a:r>
              <a:rPr baseline="-5999" sz="3600">
                <a:solidFill>
                  <a:srgbClr val="414141"/>
                </a:solidFill>
              </a:rPr>
              <a:t>2</a:t>
            </a:r>
            <a:r>
              <a:rPr sz="3600">
                <a:solidFill>
                  <a:srgbClr val="414141"/>
                </a:solidFill>
              </a:rPr>
              <a:t> (g) + O</a:t>
            </a:r>
            <a:r>
              <a:rPr baseline="-5999" sz="3600">
                <a:solidFill>
                  <a:srgbClr val="414141"/>
                </a:solidFill>
              </a:rPr>
              <a:t>2 </a:t>
            </a:r>
            <a:r>
              <a:rPr sz="3600">
                <a:solidFill>
                  <a:srgbClr val="414141"/>
                </a:solidFill>
              </a:rPr>
              <a:t>(g) …………….……</a:t>
            </a:r>
          </a:p>
        </p:txBody>
      </p:sp>
      <p:sp>
        <p:nvSpPr>
          <p:cNvPr id="50" name="Shape 50"/>
          <p:cNvSpPr/>
          <p:nvPr/>
        </p:nvSpPr>
        <p:spPr>
          <a:xfrm>
            <a:off x="10242996" y="2628900"/>
            <a:ext cx="2198044" cy="60960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lvl="0" algn="l">
              <a:spcBef>
                <a:spcPts val="2400"/>
              </a:spcBef>
              <a:defRPr sz="1800">
                <a:solidFill>
                  <a:srgbClr val="000000"/>
                </a:solidFill>
              </a:defRPr>
            </a:pPr>
            <a:r>
              <a:rPr b="1" sz="3600">
                <a:solidFill>
                  <a:srgbClr val="414141"/>
                </a:solidFill>
              </a:rPr>
              <a:t>Products</a:t>
            </a:r>
            <a:endParaRPr b="1" sz="3600">
              <a:solidFill>
                <a:srgbClr val="414141"/>
              </a:solidFill>
            </a:endParaRPr>
          </a:p>
          <a:p>
            <a:pPr lvl="0" algn="l">
              <a:spcBef>
                <a:spcPts val="2400"/>
              </a:spcBef>
              <a:defRPr sz="1800">
                <a:solidFill>
                  <a:srgbClr val="000000"/>
                </a:solidFill>
              </a:defRPr>
            </a:pPr>
            <a:r>
              <a:rPr b="1" sz="3600">
                <a:solidFill>
                  <a:srgbClr val="414141"/>
                </a:solidFill>
              </a:rPr>
              <a:t>Reactants</a:t>
            </a:r>
            <a:endParaRPr b="1" sz="3600">
              <a:solidFill>
                <a:srgbClr val="414141"/>
              </a:solidFill>
            </a:endParaRPr>
          </a:p>
          <a:p>
            <a:pPr lvl="0" algn="l">
              <a:spcBef>
                <a:spcPts val="2400"/>
              </a:spcBef>
              <a:defRPr sz="1800">
                <a:solidFill>
                  <a:srgbClr val="000000"/>
                </a:solidFill>
              </a:defRPr>
            </a:pPr>
            <a:r>
              <a:rPr b="1" sz="3600">
                <a:solidFill>
                  <a:srgbClr val="414141"/>
                </a:solidFill>
              </a:rPr>
              <a:t>Reactants</a:t>
            </a:r>
            <a:endParaRPr b="1" sz="3600">
              <a:solidFill>
                <a:srgbClr val="414141"/>
              </a:solidFill>
            </a:endParaRPr>
          </a:p>
          <a:p>
            <a:pPr lvl="0" algn="l">
              <a:spcBef>
                <a:spcPts val="2400"/>
              </a:spcBef>
              <a:defRPr sz="1800">
                <a:solidFill>
                  <a:srgbClr val="000000"/>
                </a:solidFill>
              </a:defRPr>
            </a:pPr>
            <a:r>
              <a:rPr b="1" sz="3600">
                <a:solidFill>
                  <a:srgbClr val="414141"/>
                </a:solidFill>
              </a:rPr>
              <a:t>Products</a:t>
            </a:r>
            <a:endParaRPr b="1" sz="3600">
              <a:solidFill>
                <a:srgbClr val="414141"/>
              </a:solidFill>
            </a:endParaRPr>
          </a:p>
          <a:p>
            <a:pPr lvl="0" algn="l">
              <a:spcBef>
                <a:spcPts val="2400"/>
              </a:spcBef>
              <a:defRPr sz="1800">
                <a:solidFill>
                  <a:srgbClr val="000000"/>
                </a:solidFill>
              </a:defRPr>
            </a:pPr>
            <a:r>
              <a:rPr b="1" sz="3600">
                <a:solidFill>
                  <a:srgbClr val="414141"/>
                </a:solidFill>
              </a:rPr>
              <a:t>Products</a:t>
            </a:r>
          </a:p>
        </p:txBody>
      </p:sp>
    </p:spTree>
  </p:cSld>
  <p:clrMapOvr>
    <a:masterClrMapping/>
  </p:clrMapOvr>
  <p:transitio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nodeType="clickEffect" presetClass="entr" presetSubtype="0" presetID="1" grpId="1" fill="hold">
                                  <p:stCondLst>
                                    <p:cond delay="0"/>
                                  </p:stCondLst>
                                  <p:iterate type="el" backwards="0">
                                    <p:tmAbs val="0"/>
                                  </p:iterate>
                                  <p:childTnLst>
                                    <p:set>
                                      <p:cBhvr>
                                        <p:cTn id="6" fill="hold"/>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nodeType="clickEffect" presetClass="entr" presetSubtype="0" presetID="1" grpId="2" fill="hold">
                                  <p:stCondLst>
                                    <p:cond delay="0"/>
                                  </p:stCondLst>
                                  <p:iterate type="el" backwards="0">
                                    <p:tmAbs val="0"/>
                                  </p:iterate>
                                  <p:childTnLst>
                                    <p:set>
                                      <p:cBhvr>
                                        <p:cTn id="10" fill="hold"/>
                                        <p:tgtEl>
                                          <p:spTgt spid="50">
                                            <p:bg/>
                                          </p:spTgt>
                                        </p:tgtEl>
                                        <p:attrNameLst>
                                          <p:attrName>style.visibility</p:attrName>
                                        </p:attrNameLst>
                                      </p:cBhvr>
                                      <p:to>
                                        <p:strVal val="visible"/>
                                      </p:to>
                                    </p:set>
                                  </p:childTnLst>
                                </p:cTn>
                              </p:par>
                              <p:par>
                                <p:cTn id="11" presetClass="entr" presetSubtype="0" presetID="1" grpId="2" fill="hold">
                                  <p:stCondLst>
                                    <p:cond delay="0"/>
                                  </p:stCondLst>
                                  <p:iterate type="el" backwards="0">
                                    <p:tmAbs val="0"/>
                                  </p:iterate>
                                  <p:childTnLst>
                                    <p:set>
                                      <p:cBhvr>
                                        <p:cTn id="12" fill="hold"/>
                                        <p:tgtEl>
                                          <p:spTgt spid="50">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nodeType="clickEffect" presetClass="entr" presetSubtype="0" presetID="1" grpId="2" fill="hold">
                                  <p:stCondLst>
                                    <p:cond delay="0"/>
                                  </p:stCondLst>
                                  <p:iterate type="el" backwards="0">
                                    <p:tmAbs val="0"/>
                                  </p:iterate>
                                  <p:childTnLst>
                                    <p:set>
                                      <p:cBhvr>
                                        <p:cTn id="16" fill="hold"/>
                                        <p:tgtEl>
                                          <p:spTgt spid="50">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nodeType="clickEffect" presetClass="entr" presetSubtype="0" presetID="1" grpId="2" fill="hold">
                                  <p:stCondLst>
                                    <p:cond delay="0"/>
                                  </p:stCondLst>
                                  <p:iterate type="el" backwards="0">
                                    <p:tmAbs val="0"/>
                                  </p:iterate>
                                  <p:childTnLst>
                                    <p:set>
                                      <p:cBhvr>
                                        <p:cTn id="20" fill="hold"/>
                                        <p:tgtEl>
                                          <p:spTgt spid="50">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nodeType="clickEffect" presetClass="entr" presetSubtype="0" presetID="1" grpId="2" fill="hold">
                                  <p:stCondLst>
                                    <p:cond delay="0"/>
                                  </p:stCondLst>
                                  <p:iterate type="el" backwards="0">
                                    <p:tmAbs val="0"/>
                                  </p:iterate>
                                  <p:childTnLst>
                                    <p:set>
                                      <p:cBhvr>
                                        <p:cTn id="24" fill="hold"/>
                                        <p:tgtEl>
                                          <p:spTgt spid="50">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nodeType="clickEffect" presetClass="entr" presetSubtype="0" presetID="1" grpId="2" fill="hold">
                                  <p:stCondLst>
                                    <p:cond delay="0"/>
                                  </p:stCondLst>
                                  <p:iterate type="el" backwards="0">
                                    <p:tmAbs val="0"/>
                                  </p:iterate>
                                  <p:childTnLst>
                                    <p:set>
                                      <p:cBhvr>
                                        <p:cTn id="28" fill="hold"/>
                                        <p:tgtEl>
                                          <p:spTgt spid="50">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5" animBg="1" rev="0" advAuto="0" spid="50" grpId="2"/>
      <p:bldP build="whole" bldLvl="1" animBg="1" rev="0" advAuto="0" spid="49" grpId="1"/>
    </p:bldLst>
  </p:timing>
</p:sld>
</file>

<file path=ppt/slides/slide3.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2" name="Shape 52"/>
          <p:cNvSpPr/>
          <p:nvPr>
            <p:ph type="title"/>
          </p:nvPr>
        </p:nvSpPr>
        <p:spPr>
          <a:prstGeom prst="rect">
            <a:avLst/>
          </a:prstGeom>
        </p:spPr>
        <p:txBody>
          <a:bodyPr/>
          <a:lstStyle/>
          <a:p>
            <a:pPr lvl="0">
              <a:defRPr sz="1800">
                <a:solidFill>
                  <a:srgbClr val="000000"/>
                </a:solidFill>
              </a:defRPr>
            </a:pPr>
            <a:r>
              <a:rPr sz="7000">
                <a:solidFill>
                  <a:srgbClr val="D93E2B"/>
                </a:solidFill>
              </a:rPr>
              <a:t>The Problem</a:t>
            </a:r>
          </a:p>
        </p:txBody>
      </p:sp>
      <p:sp>
        <p:nvSpPr>
          <p:cNvPr id="53" name="Shape 53"/>
          <p:cNvSpPr/>
          <p:nvPr>
            <p:ph type="body" idx="1"/>
          </p:nvPr>
        </p:nvSpPr>
        <p:spPr>
          <a:xfrm>
            <a:off x="508000" y="2628900"/>
            <a:ext cx="11988800" cy="3924052"/>
          </a:xfrm>
          <a:prstGeom prst="rect">
            <a:avLst/>
          </a:prstGeom>
        </p:spPr>
        <p:txBody>
          <a:bodyPr/>
          <a:lstStyle/>
          <a:p>
            <a:pPr lvl="0">
              <a:defRPr sz="1800">
                <a:solidFill>
                  <a:srgbClr val="000000"/>
                </a:solidFill>
              </a:defRPr>
            </a:pPr>
            <a:r>
              <a:rPr sz="3600">
                <a:solidFill>
                  <a:srgbClr val="414141"/>
                </a:solidFill>
              </a:rPr>
              <a:t>We usually expect a system to go from a less to a more stable state.</a:t>
            </a:r>
            <a:endParaRPr sz="3600">
              <a:solidFill>
                <a:srgbClr val="414141"/>
              </a:solidFill>
            </a:endParaRPr>
          </a:p>
          <a:p>
            <a:pPr lvl="0">
              <a:defRPr sz="1800">
                <a:solidFill>
                  <a:srgbClr val="000000"/>
                </a:solidFill>
              </a:defRPr>
            </a:pPr>
            <a:r>
              <a:rPr sz="3600">
                <a:solidFill>
                  <a:srgbClr val="414141"/>
                </a:solidFill>
              </a:rPr>
              <a:t>Increased stability implies a </a:t>
            </a:r>
            <a:r>
              <a:rPr sz="3600" u="sng">
                <a:solidFill>
                  <a:srgbClr val="414141"/>
                </a:solidFill>
              </a:rPr>
              <a:t>lower</a:t>
            </a:r>
            <a:r>
              <a:rPr sz="3600">
                <a:solidFill>
                  <a:srgbClr val="414141"/>
                </a:solidFill>
              </a:rPr>
              <a:t> energy state.</a:t>
            </a:r>
            <a:endParaRPr sz="3600">
              <a:solidFill>
                <a:srgbClr val="414141"/>
              </a:solidFill>
            </a:endParaRPr>
          </a:p>
          <a:p>
            <a:pPr lvl="0">
              <a:defRPr sz="1800">
                <a:solidFill>
                  <a:srgbClr val="000000"/>
                </a:solidFill>
              </a:defRPr>
            </a:pPr>
            <a:r>
              <a:rPr sz="3600">
                <a:solidFill>
                  <a:srgbClr val="414141"/>
                </a:solidFill>
              </a:rPr>
              <a:t>Which is the better choice, exothermic or endothermic, when considering if a reaction will take place or not?</a:t>
            </a:r>
          </a:p>
        </p:txBody>
      </p:sp>
      <p:sp>
        <p:nvSpPr>
          <p:cNvPr id="54" name="Shape 54"/>
          <p:cNvSpPr/>
          <p:nvPr/>
        </p:nvSpPr>
        <p:spPr>
          <a:xfrm>
            <a:off x="1158118" y="7696470"/>
            <a:ext cx="2433564" cy="7112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3600" u="sng"/>
            </a:lvl1pPr>
          </a:lstStyle>
          <a:p>
            <a:pPr lvl="0">
              <a:defRPr sz="1800" u="none">
                <a:solidFill>
                  <a:srgbClr val="000000"/>
                </a:solidFill>
              </a:defRPr>
            </a:pPr>
            <a:r>
              <a:rPr sz="3600" u="sng">
                <a:solidFill>
                  <a:srgbClr val="414141"/>
                </a:solidFill>
              </a:rPr>
              <a:t>Exothermic</a:t>
            </a:r>
          </a:p>
        </p:txBody>
      </p:sp>
      <p:grpSp>
        <p:nvGrpSpPr>
          <p:cNvPr id="58" name="Group 58"/>
          <p:cNvGrpSpPr/>
          <p:nvPr/>
        </p:nvGrpSpPr>
        <p:grpSpPr>
          <a:xfrm>
            <a:off x="3759200" y="6505326"/>
            <a:ext cx="8669485" cy="3093490"/>
            <a:chOff x="0" y="0"/>
            <a:chExt cx="8669483" cy="3093488"/>
          </a:xfrm>
        </p:grpSpPr>
        <p:pic>
          <p:nvPicPr>
            <p:cNvPr id="55" name="endoexo.jpg"/>
            <p:cNvPicPr/>
            <p:nvPr/>
          </p:nvPicPr>
          <p:blipFill>
            <a:blip r:embed="rId2">
              <a:extLst/>
            </a:blip>
            <a:stretch>
              <a:fillRect/>
            </a:stretch>
          </p:blipFill>
          <p:spPr>
            <a:xfrm>
              <a:off x="232717" y="2825"/>
              <a:ext cx="8436767" cy="3087838"/>
            </a:xfrm>
            <a:prstGeom prst="rect">
              <a:avLst/>
            </a:prstGeom>
            <a:ln w="12700" cap="flat">
              <a:noFill/>
              <a:miter lim="400000"/>
            </a:ln>
            <a:effectLst/>
          </p:spPr>
        </p:pic>
        <p:sp>
          <p:nvSpPr>
            <p:cNvPr id="56" name="Shape 56"/>
            <p:cNvSpPr/>
            <p:nvPr/>
          </p:nvSpPr>
          <p:spPr>
            <a:xfrm rot="16200000">
              <a:off x="-1343545" y="1343544"/>
              <a:ext cx="3093490" cy="406401"/>
            </a:xfrm>
            <a:prstGeom prst="rect">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800"/>
              </a:lvl1pPr>
            </a:lstStyle>
            <a:p>
              <a:pPr lvl="0">
                <a:defRPr>
                  <a:solidFill>
                    <a:srgbClr val="000000"/>
                  </a:solidFill>
                </a:defRPr>
              </a:pPr>
              <a:r>
                <a:rPr>
                  <a:solidFill>
                    <a:srgbClr val="414141"/>
                  </a:solidFill>
                </a:rPr>
                <a:t>Energy</a:t>
              </a:r>
            </a:p>
          </p:txBody>
        </p:sp>
        <p:sp>
          <p:nvSpPr>
            <p:cNvPr id="57" name="Shape 57"/>
            <p:cNvSpPr/>
            <p:nvPr/>
          </p:nvSpPr>
          <p:spPr>
            <a:xfrm rot="16200000">
              <a:off x="3096743" y="1343543"/>
              <a:ext cx="2975914" cy="406401"/>
            </a:xfrm>
            <a:prstGeom prst="rect">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800"/>
              </a:lvl1pPr>
            </a:lstStyle>
            <a:p>
              <a:pPr lvl="0">
                <a:defRPr>
                  <a:solidFill>
                    <a:srgbClr val="000000"/>
                  </a:solidFill>
                </a:defRPr>
              </a:pPr>
              <a:r>
                <a:rPr>
                  <a:solidFill>
                    <a:srgbClr val="414141"/>
                  </a:solidFill>
                </a:rPr>
                <a:t>Energy</a:t>
              </a:r>
            </a:p>
          </p:txBody>
        </p:sp>
      </p:grpSp>
      <p:sp>
        <p:nvSpPr>
          <p:cNvPr id="59" name="Shape 59"/>
          <p:cNvSpPr/>
          <p:nvPr/>
        </p:nvSpPr>
        <p:spPr>
          <a:xfrm>
            <a:off x="3759199" y="6502399"/>
            <a:ext cx="4440487" cy="3099343"/>
          </a:xfrm>
          <a:prstGeom prst="rect">
            <a:avLst/>
          </a:prstGeom>
          <a:solidFill>
            <a:srgbClr val="FFFFFF"/>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Tree>
  </p:cSld>
  <p:clrMapOvr>
    <a:masterClrMapping/>
  </p:clrMapOvr>
  <p:transitio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nodeType="clickEffect" presetClass="entr" presetSubtype="0" presetID="1" grpId="1" fill="hold">
                                  <p:stCondLst>
                                    <p:cond delay="0"/>
                                  </p:stCondLst>
                                  <p:iterate type="el" backwards="0">
                                    <p:tmAbs val="0"/>
                                  </p:iterate>
                                  <p:childTnLst>
                                    <p:set>
                                      <p:cBhvr>
                                        <p:cTn id="6" fill="hold"/>
                                        <p:tgtEl>
                                          <p:spTgt spid="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nodeType="clickEffect" presetClass="entr" presetSubtype="0" presetID="1" grpId="2" fill="hold">
                                  <p:stCondLst>
                                    <p:cond delay="0"/>
                                  </p:stCondLst>
                                  <p:iterate type="el" backwards="0">
                                    <p:tmAbs val="0"/>
                                  </p:iterate>
                                  <p:childTnLst>
                                    <p:set>
                                      <p:cBhvr>
                                        <p:cTn id="10" fill="hold"/>
                                        <p:tgtEl>
                                          <p:spTgt spid="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nodeType="clickEffect" presetClass="entr" presetSubtype="0" presetID="1" grpId="3" fill="hold">
                                  <p:stCondLst>
                                    <p:cond delay="0"/>
                                  </p:stCondLst>
                                  <p:iterate type="el" backwards="0">
                                    <p:tmAbs val="0"/>
                                  </p:iterate>
                                  <p:childTnLst>
                                    <p:set>
                                      <p:cBhvr>
                                        <p:cTn id="14" fill="hold"/>
                                        <p:tgtEl>
                                          <p:spTgt spid="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8" grpId="1"/>
      <p:bldP build="whole" bldLvl="1" animBg="1" rev="0" advAuto="0" spid="59" grpId="2"/>
      <p:bldP build="whole" bldLvl="1" animBg="1" rev="0" advAuto="0" spid="54" grpId="3"/>
    </p:bldLst>
  </p:timing>
</p:sld>
</file>

<file path=ppt/slides/slide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61" name="Shape 61"/>
          <p:cNvSpPr/>
          <p:nvPr>
            <p:ph type="title"/>
          </p:nvPr>
        </p:nvSpPr>
        <p:spPr>
          <a:prstGeom prst="rect">
            <a:avLst/>
          </a:prstGeom>
        </p:spPr>
        <p:txBody>
          <a:bodyPr/>
          <a:lstStyle/>
          <a:p>
            <a:pPr lvl="0">
              <a:defRPr sz="1800">
                <a:solidFill>
                  <a:srgbClr val="000000"/>
                </a:solidFill>
              </a:defRPr>
            </a:pPr>
            <a:r>
              <a:rPr sz="7000">
                <a:solidFill>
                  <a:srgbClr val="D93E2B"/>
                </a:solidFill>
              </a:rPr>
              <a:t>Experiments/Demonstrations</a:t>
            </a:r>
          </a:p>
        </p:txBody>
      </p:sp>
      <p:sp>
        <p:nvSpPr>
          <p:cNvPr id="62" name="Shape 62"/>
          <p:cNvSpPr/>
          <p:nvPr/>
        </p:nvSpPr>
        <p:spPr>
          <a:xfrm>
            <a:off x="189755" y="2324099"/>
            <a:ext cx="8688290" cy="71120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0">
              <a:defRPr sz="1800">
                <a:solidFill>
                  <a:srgbClr val="000000"/>
                </a:solidFill>
              </a:defRPr>
            </a:pPr>
            <a:r>
              <a:rPr sz="3600">
                <a:solidFill>
                  <a:srgbClr val="414141"/>
                </a:solidFill>
              </a:rPr>
              <a:t>(a) The Imploding Bottle (NaOH and CO</a:t>
            </a:r>
            <a:r>
              <a:rPr baseline="-5999" sz="3600">
                <a:solidFill>
                  <a:srgbClr val="414141"/>
                </a:solidFill>
              </a:rPr>
              <a:t>2</a:t>
            </a:r>
            <a:r>
              <a:rPr sz="3600">
                <a:solidFill>
                  <a:srgbClr val="414141"/>
                </a:solidFill>
              </a:rPr>
              <a:t>)</a:t>
            </a:r>
          </a:p>
        </p:txBody>
      </p:sp>
      <p:graphicFrame>
        <p:nvGraphicFramePr>
          <p:cNvPr id="63" name="Table 63"/>
          <p:cNvGraphicFramePr/>
          <p:nvPr/>
        </p:nvGraphicFramePr>
        <p:xfrm>
          <a:off x="508000" y="3340100"/>
          <a:ext cx="11988800" cy="6096000"/>
        </p:xfrm>
        <a:graphic xmlns:a="http://schemas.openxmlformats.org/drawingml/2006/main">
          <a:graphicData uri="http://schemas.openxmlformats.org/drawingml/2006/table">
            <a:tbl>
              <a:tblPr firstCol="0" firstRow="1" lastCol="0" lastRow="0" bandCol="0" bandRow="0" rtl="0">
                <a:tableStyleId>{CF821DB8-F4EB-4A41-A1BA-3FCAFE7338EE}</a:tableStyleId>
              </a:tblPr>
              <a:tblGrid>
                <a:gridCol w="5994400"/>
                <a:gridCol w="5994400"/>
              </a:tblGrid>
              <a:tr h="1219200">
                <a:tc>
                  <a:txBody>
                    <a:bodyPr/>
                    <a:lstStyle/>
                    <a:p>
                      <a:pPr lvl="0" defTabSz="914400">
                        <a:tabLst>
                          <a:tab pos="1181100" algn="l"/>
                        </a:tabLst>
                        <a:defRPr>
                          <a:solidFill>
                            <a:srgbClr val="000000"/>
                          </a:solidFill>
                        </a:defRPr>
                      </a:pPr>
                      <a:r>
                        <a:rPr sz="2600">
                          <a:solidFill>
                            <a:srgbClr val="FFFFFF"/>
                          </a:solidFill>
                          <a:effectLst>
                            <a:outerShdw sx="100000" sy="100000" kx="0" ky="0" algn="b" rotWithShape="0" blurRad="25400" dist="33948" dir="2388334">
                              <a:srgbClr val="3B3936">
                                <a:alpha val="79310"/>
                              </a:srgbClr>
                            </a:outerShdw>
                          </a:effectLst>
                        </a:rPr>
                        <a:t>Question</a:t>
                      </a:r>
                    </a:p>
                  </a:txBody>
                  <a:tcPr marL="50800" marR="50800" marT="50800" marB="50800" anchor="ctr" anchorCtr="0" horzOverflow="overflow"/>
                </a:tc>
                <a:tc>
                  <a:txBody>
                    <a:bodyPr/>
                    <a:lstStyle/>
                    <a:p>
                      <a:pPr lvl="0" algn="just" defTabSz="914400">
                        <a:tabLst>
                          <a:tab pos="1181100" algn="l"/>
                        </a:tabLst>
                        <a:defRPr>
                          <a:solidFill>
                            <a:srgbClr val="000000"/>
                          </a:solidFill>
                        </a:defRPr>
                      </a:pPr>
                      <a:r>
                        <a:rPr sz="2600">
                          <a:solidFill>
                            <a:srgbClr val="FFFFFF"/>
                          </a:solidFill>
                          <a:effectLst>
                            <a:outerShdw sx="100000" sy="100000" kx="0" ky="0" algn="b" rotWithShape="0" blurRad="25400" dist="33948" dir="2388334">
                              <a:srgbClr val="3B3936">
                                <a:alpha val="79310"/>
                              </a:srgbClr>
                            </a:outerShdw>
                          </a:effectLst>
                        </a:rPr>
                        <a:t>Observation/Answer</a:t>
                      </a:r>
                    </a:p>
                  </a:txBody>
                  <a:tcPr marL="50800" marR="50800" marT="50800" marB="50800" anchor="ctr" anchorCtr="0" horzOverflow="overflow"/>
                </a:tc>
              </a:tr>
              <a:tr h="1219200">
                <a:tc>
                  <a:txBody>
                    <a:bodyPr/>
                    <a:lstStyle/>
                    <a:p>
                      <a:pPr lvl="0" algn="just" defTabSz="914400">
                        <a:defRPr>
                          <a:solidFill>
                            <a:srgbClr val="000000"/>
                          </a:solidFill>
                        </a:defRPr>
                      </a:pPr>
                      <a:r>
                        <a:rPr sz="2200">
                          <a:solidFill>
                            <a:srgbClr val="414141"/>
                          </a:solidFill>
                        </a:rPr>
                        <a:t>Upon addition of the tablets, a whole lot of CO</a:t>
                      </a:r>
                      <a:r>
                        <a:rPr baseline="-5999" sz="2200">
                          <a:solidFill>
                            <a:srgbClr val="414141"/>
                          </a:solidFill>
                        </a:rPr>
                        <a:t>2 </a:t>
                      </a:r>
                      <a:r>
                        <a:rPr sz="2200">
                          <a:solidFill>
                            <a:srgbClr val="414141"/>
                          </a:solidFill>
                        </a:rPr>
                        <a:t>(g) was produced. At this point, is the entropy of the system high or low?</a:t>
                      </a:r>
                    </a:p>
                  </a:txBody>
                  <a:tcPr marL="50800" marR="50800" marT="50800" marB="50800" anchor="ctr" anchorCtr="0" horzOverflow="overflow">
                    <a:lnL w="12700">
                      <a:miter lim="400000"/>
                    </a:lnL>
                  </a:tcPr>
                </a:tc>
                <a:tc>
                  <a:txBody>
                    <a:bodyPr/>
                    <a:lstStyle/>
                    <a:p>
                      <a:pPr lvl="0" algn="just" defTabSz="914400">
                        <a:defRPr>
                          <a:solidFill>
                            <a:srgbClr val="000000"/>
                          </a:solidFill>
                        </a:defRPr>
                      </a:pPr>
                      <a:r>
                        <a:rPr sz="2200">
                          <a:solidFill>
                            <a:srgbClr val="496392"/>
                          </a:solidFill>
                        </a:rPr>
                        <a:t>Entropy of system is high. </a:t>
                      </a:r>
                    </a:p>
                  </a:txBody>
                  <a:tcPr marL="50800" marR="50800" marT="50800" marB="50800" anchor="ctr" anchorCtr="0" horzOverflow="overflow">
                    <a:lnR w="12700">
                      <a:miter lim="400000"/>
                    </a:lnR>
                  </a:tcPr>
                </a:tc>
              </a:tr>
              <a:tr h="1219200">
                <a:tc>
                  <a:txBody>
                    <a:bodyPr/>
                    <a:lstStyle/>
                    <a:p>
                      <a:pPr lvl="0" algn="just" defTabSz="914400">
                        <a:defRPr>
                          <a:solidFill>
                            <a:srgbClr val="000000"/>
                          </a:solidFill>
                        </a:defRPr>
                      </a:pPr>
                      <a:r>
                        <a:rPr sz="2200">
                          <a:solidFill>
                            <a:srgbClr val="414141"/>
                          </a:solidFill>
                        </a:rPr>
                        <a:t>What changed upon adding NaOH (aq)? What can you say about the entropy change of the system? </a:t>
                      </a:r>
                    </a:p>
                  </a:txBody>
                  <a:tcPr marL="50800" marR="50800" marT="50800" marB="50800" anchor="ctr" anchorCtr="0" horzOverflow="overflow">
                    <a:lnL w="12700">
                      <a:miter lim="400000"/>
                    </a:lnL>
                  </a:tcPr>
                </a:tc>
                <a:tc>
                  <a:txBody>
                    <a:bodyPr/>
                    <a:lstStyle/>
                    <a:p>
                      <a:pPr lvl="0" algn="just" defTabSz="914400">
                        <a:defRPr>
                          <a:solidFill>
                            <a:srgbClr val="000000"/>
                          </a:solidFill>
                        </a:defRPr>
                      </a:pPr>
                      <a:r>
                        <a:rPr sz="2200">
                          <a:solidFill>
                            <a:srgbClr val="496392"/>
                          </a:solidFill>
                        </a:rPr>
                        <a:t>The bottle collapsed. The gas had reacted with the NaOH (aq). There is a decrease in entropy.</a:t>
                      </a:r>
                    </a:p>
                  </a:txBody>
                  <a:tcPr marL="50800" marR="50800" marT="50800" marB="50800" anchor="ctr" anchorCtr="0" horzOverflow="overflow">
                    <a:lnR w="12700">
                      <a:miter lim="400000"/>
                    </a:lnR>
                  </a:tcPr>
                </a:tc>
              </a:tr>
              <a:tr h="1219200">
                <a:tc>
                  <a:txBody>
                    <a:bodyPr/>
                    <a:lstStyle/>
                    <a:p>
                      <a:pPr lvl="0" algn="just" defTabSz="914400">
                        <a:defRPr>
                          <a:solidFill>
                            <a:srgbClr val="000000"/>
                          </a:solidFill>
                        </a:defRPr>
                      </a:pPr>
                      <a:r>
                        <a:rPr sz="2200">
                          <a:solidFill>
                            <a:srgbClr val="414141"/>
                          </a:solidFill>
                        </a:rPr>
                        <a:t>Was the bottle warm to the touch? What does this us about the enthalpy change of the reaction or system?</a:t>
                      </a:r>
                    </a:p>
                  </a:txBody>
                  <a:tcPr marL="50800" marR="50800" marT="50800" marB="50800" anchor="ctr" anchorCtr="0" horzOverflow="overflow">
                    <a:lnL w="12700">
                      <a:miter lim="400000"/>
                    </a:lnL>
                  </a:tcPr>
                </a:tc>
                <a:tc>
                  <a:txBody>
                    <a:bodyPr/>
                    <a:lstStyle/>
                    <a:p>
                      <a:pPr lvl="0" algn="just" defTabSz="914400">
                        <a:defRPr>
                          <a:solidFill>
                            <a:srgbClr val="000000"/>
                          </a:solidFill>
                        </a:defRPr>
                      </a:pPr>
                      <a:r>
                        <a:rPr sz="2200">
                          <a:solidFill>
                            <a:srgbClr val="496392"/>
                          </a:solidFill>
                        </a:rPr>
                        <a:t>Bottle is a little warm. Enthalpy change of reaction is negative, i.e. exothermic.</a:t>
                      </a:r>
                    </a:p>
                  </a:txBody>
                  <a:tcPr marL="50800" marR="50800" marT="50800" marB="50800" anchor="ctr" anchorCtr="0" horzOverflow="overflow">
                    <a:lnR w="12700">
                      <a:miter lim="400000"/>
                    </a:lnR>
                  </a:tcPr>
                </a:tc>
              </a:tr>
              <a:tr h="1219200">
                <a:tc>
                  <a:txBody>
                    <a:bodyPr/>
                    <a:lstStyle/>
                    <a:p>
                      <a:pPr lvl="0" algn="just" defTabSz="914400">
                        <a:defRPr>
                          <a:solidFill>
                            <a:srgbClr val="000000"/>
                          </a:solidFill>
                        </a:defRPr>
                      </a:pPr>
                      <a:r>
                        <a:rPr sz="2200">
                          <a:solidFill>
                            <a:srgbClr val="414141"/>
                          </a:solidFill>
                        </a:rPr>
                        <a:t>Write the chemical reaction for this reaction. State if the entropy increased or decreased on going from reactants to products. </a:t>
                      </a:r>
                    </a:p>
                  </a:txBody>
                  <a:tcPr marL="50800" marR="50800" marT="50800" marB="50800" anchor="ctr" anchorCtr="0" horzOverflow="overflow">
                    <a:lnL w="12700">
                      <a:miter lim="400000"/>
                    </a:lnL>
                    <a:lnB w="12700">
                      <a:miter lim="400000"/>
                    </a:lnB>
                  </a:tcPr>
                </a:tc>
                <a:tc>
                  <a:txBody>
                    <a:bodyPr/>
                    <a:lstStyle/>
                    <a:p>
                      <a:pPr lvl="0" algn="just" defTabSz="914400">
                        <a:defRPr>
                          <a:solidFill>
                            <a:srgbClr val="000000"/>
                          </a:solidFill>
                        </a:defRPr>
                      </a:pPr>
                      <a:r>
                        <a:rPr sz="2200">
                          <a:solidFill>
                            <a:srgbClr val="496392"/>
                          </a:solidFill>
                        </a:rPr>
                        <a:t>CO</a:t>
                      </a:r>
                      <a:r>
                        <a:rPr baseline="-5999" sz="2200">
                          <a:solidFill>
                            <a:srgbClr val="496392"/>
                          </a:solidFill>
                        </a:rPr>
                        <a:t>2</a:t>
                      </a:r>
                      <a:r>
                        <a:rPr sz="2200">
                          <a:solidFill>
                            <a:srgbClr val="496392"/>
                          </a:solidFill>
                        </a:rPr>
                        <a:t> (g) + NaOH (aq) → NaHCO</a:t>
                      </a:r>
                      <a:r>
                        <a:rPr baseline="-5999" sz="2200">
                          <a:solidFill>
                            <a:srgbClr val="496392"/>
                          </a:solidFill>
                        </a:rPr>
                        <a:t>3</a:t>
                      </a:r>
                      <a:r>
                        <a:rPr sz="2200">
                          <a:solidFill>
                            <a:srgbClr val="496392"/>
                          </a:solidFill>
                        </a:rPr>
                        <a:t> (aq)</a:t>
                      </a:r>
                      <a:endParaRPr sz="2200">
                        <a:solidFill>
                          <a:srgbClr val="496392"/>
                        </a:solidFill>
                      </a:endParaRPr>
                    </a:p>
                    <a:p>
                      <a:pPr lvl="0" algn="just" defTabSz="914400">
                        <a:defRPr>
                          <a:solidFill>
                            <a:srgbClr val="000000"/>
                          </a:solidFill>
                        </a:defRPr>
                      </a:pPr>
                      <a:endParaRPr sz="2200">
                        <a:solidFill>
                          <a:srgbClr val="496392"/>
                        </a:solidFill>
                      </a:endParaRPr>
                    </a:p>
                    <a:p>
                      <a:pPr lvl="0" algn="just" defTabSz="914400">
                        <a:defRPr>
                          <a:solidFill>
                            <a:srgbClr val="000000"/>
                          </a:solidFill>
                        </a:defRPr>
                      </a:pPr>
                      <a:r>
                        <a:rPr sz="2200">
                          <a:solidFill>
                            <a:srgbClr val="496392"/>
                          </a:solidFill>
                        </a:rPr>
                        <a:t>Entropy decreased.</a:t>
                      </a:r>
                    </a:p>
                  </a:txBody>
                  <a:tcPr marL="50800" marR="50800" marT="50800" marB="50800" anchor="ctr" anchorCtr="0" horzOverflow="overflow">
                    <a:lnR w="12700">
                      <a:miter lim="400000"/>
                    </a:lnR>
                    <a:lnB w="12700">
                      <a:miter lim="400000"/>
                    </a:lnB>
                  </a:tcPr>
                </a:tc>
              </a:tr>
            </a:tbl>
          </a:graphicData>
        </a:graphic>
      </p:graphicFrame>
      <p:sp>
        <p:nvSpPr>
          <p:cNvPr id="64" name="Shape 64"/>
          <p:cNvSpPr/>
          <p:nvPr/>
        </p:nvSpPr>
        <p:spPr>
          <a:xfrm>
            <a:off x="6518919" y="4590454"/>
            <a:ext cx="5973615" cy="1219201"/>
          </a:xfrm>
          <a:prstGeom prst="rect">
            <a:avLst/>
          </a:prstGeom>
          <a:solidFill>
            <a:srgbClr val="F8F0E2"/>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65" name="Shape 65"/>
          <p:cNvSpPr/>
          <p:nvPr/>
        </p:nvSpPr>
        <p:spPr>
          <a:xfrm>
            <a:off x="6518919" y="5778500"/>
            <a:ext cx="5973615" cy="1219201"/>
          </a:xfrm>
          <a:prstGeom prst="rect">
            <a:avLst/>
          </a:prstGeom>
          <a:solidFill>
            <a:srgbClr val="F8F0E2"/>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66" name="Shape 66"/>
          <p:cNvSpPr/>
          <p:nvPr/>
        </p:nvSpPr>
        <p:spPr>
          <a:xfrm>
            <a:off x="6518919" y="6997700"/>
            <a:ext cx="5973615" cy="1219200"/>
          </a:xfrm>
          <a:prstGeom prst="rect">
            <a:avLst/>
          </a:prstGeom>
          <a:solidFill>
            <a:srgbClr val="F8F0E2"/>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67" name="Shape 67"/>
          <p:cNvSpPr/>
          <p:nvPr/>
        </p:nvSpPr>
        <p:spPr>
          <a:xfrm>
            <a:off x="6518919" y="8222059"/>
            <a:ext cx="5973615" cy="1219201"/>
          </a:xfrm>
          <a:prstGeom prst="rect">
            <a:avLst/>
          </a:prstGeom>
          <a:solidFill>
            <a:srgbClr val="F8F0E2"/>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Tree>
  </p:cSld>
  <p:clrMapOvr>
    <a:masterClrMapping/>
  </p:clrMapOvr>
  <p:transitio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nodeType="clickEffect" presetClass="exit" presetSubtype="0" presetID="1" grpId="1" fill="hold">
                                  <p:stCondLst>
                                    <p:cond delay="0"/>
                                  </p:stCondLst>
                                  <p:iterate type="el" backwards="0">
                                    <p:tmAbs val="0"/>
                                  </p:iterate>
                                  <p:childTnLst>
                                    <p:set>
                                      <p:cBhvr>
                                        <p:cTn id="6" fill="hold">
                                          <p:stCondLst>
                                            <p:cond delay="0"/>
                                          </p:stCondLst>
                                        </p:cTn>
                                        <p:tgtEl>
                                          <p:spTgt spid="6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nodeType="clickEffect" presetClass="exit" presetSubtype="0" presetID="1" grpId="2" fill="hold">
                                  <p:stCondLst>
                                    <p:cond delay="0"/>
                                  </p:stCondLst>
                                  <p:iterate type="el" backwards="0">
                                    <p:tmAbs val="0"/>
                                  </p:iterate>
                                  <p:childTnLst>
                                    <p:set>
                                      <p:cBhvr>
                                        <p:cTn id="10" fill="hold">
                                          <p:stCondLst>
                                            <p:cond delay="0"/>
                                          </p:stCondLst>
                                        </p:cTn>
                                        <p:tgtEl>
                                          <p:spTgt spid="6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nodeType="clickEffect" presetClass="exit" presetSubtype="0" presetID="1" grpId="3" fill="hold">
                                  <p:stCondLst>
                                    <p:cond delay="0"/>
                                  </p:stCondLst>
                                  <p:iterate type="el" backwards="0">
                                    <p:tmAbs val="0"/>
                                  </p:iterate>
                                  <p:childTnLst>
                                    <p:set>
                                      <p:cBhvr>
                                        <p:cTn id="14" fill="hold">
                                          <p:stCondLst>
                                            <p:cond delay="0"/>
                                          </p:stCondLst>
                                        </p:cTn>
                                        <p:tgtEl>
                                          <p:spTgt spid="6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nodeType="clickEffect" presetClass="exit" presetSubtype="0" presetID="1" grpId="4" fill="hold">
                                  <p:stCondLst>
                                    <p:cond delay="0"/>
                                  </p:stCondLst>
                                  <p:iterate type="el" backwards="0">
                                    <p:tmAbs val="0"/>
                                  </p:iterate>
                                  <p:childTnLst>
                                    <p:set>
                                      <p:cBhvr>
                                        <p:cTn id="18" fill="hold">
                                          <p:stCondLst>
                                            <p:cond delay="0"/>
                                          </p:stCondLst>
                                        </p:cTn>
                                        <p:tgtEl>
                                          <p:spTgt spid="6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4" grpId="1"/>
      <p:bldP build="whole" bldLvl="1" animBg="1" rev="0" advAuto="0" spid="65" grpId="2"/>
      <p:bldP build="whole" bldLvl="1" animBg="1" rev="0" advAuto="0" spid="66" grpId="3"/>
      <p:bldP build="whole" bldLvl="1" animBg="1" rev="0" advAuto="0" spid="67" grpId="4"/>
    </p:bldLst>
  </p:timing>
</p:sld>
</file>

<file path=ppt/slides/slide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69" name="Shape 69"/>
          <p:cNvSpPr/>
          <p:nvPr>
            <p:ph type="title"/>
          </p:nvPr>
        </p:nvSpPr>
        <p:spPr>
          <a:prstGeom prst="rect">
            <a:avLst/>
          </a:prstGeom>
        </p:spPr>
        <p:txBody>
          <a:bodyPr/>
          <a:lstStyle/>
          <a:p>
            <a:pPr lvl="0">
              <a:defRPr sz="1800">
                <a:solidFill>
                  <a:srgbClr val="000000"/>
                </a:solidFill>
              </a:defRPr>
            </a:pPr>
            <a:r>
              <a:rPr sz="7000">
                <a:solidFill>
                  <a:srgbClr val="D93E2B"/>
                </a:solidFill>
              </a:rPr>
              <a:t>Experiments/Demonstrations</a:t>
            </a:r>
          </a:p>
        </p:txBody>
      </p:sp>
      <p:sp>
        <p:nvSpPr>
          <p:cNvPr id="70" name="Shape 70"/>
          <p:cNvSpPr/>
          <p:nvPr/>
        </p:nvSpPr>
        <p:spPr>
          <a:xfrm>
            <a:off x="492348" y="2403474"/>
            <a:ext cx="7676704" cy="71120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0">
              <a:defRPr sz="1800">
                <a:solidFill>
                  <a:srgbClr val="000000"/>
                </a:solidFill>
              </a:defRPr>
            </a:pPr>
            <a:r>
              <a:rPr sz="3600">
                <a:solidFill>
                  <a:srgbClr val="414141"/>
                </a:solidFill>
              </a:rPr>
              <a:t>Solid and Solid (Ba(OH)</a:t>
            </a:r>
            <a:r>
              <a:rPr baseline="-5999" sz="3600">
                <a:solidFill>
                  <a:srgbClr val="414141"/>
                </a:solidFill>
              </a:rPr>
              <a:t>2</a:t>
            </a:r>
            <a:r>
              <a:rPr sz="3600">
                <a:solidFill>
                  <a:srgbClr val="414141"/>
                </a:solidFill>
              </a:rPr>
              <a:t> and NH</a:t>
            </a:r>
            <a:r>
              <a:rPr baseline="-5999" sz="3600">
                <a:solidFill>
                  <a:srgbClr val="414141"/>
                </a:solidFill>
              </a:rPr>
              <a:t>4</a:t>
            </a:r>
            <a:r>
              <a:rPr sz="3600">
                <a:solidFill>
                  <a:srgbClr val="414141"/>
                </a:solidFill>
              </a:rPr>
              <a:t>C</a:t>
            </a:r>
            <a:r>
              <a:rPr i="1" sz="3600">
                <a:solidFill>
                  <a:srgbClr val="414141"/>
                </a:solidFill>
              </a:rPr>
              <a:t>l</a:t>
            </a:r>
            <a:r>
              <a:rPr sz="3600">
                <a:solidFill>
                  <a:srgbClr val="414141"/>
                </a:solidFill>
              </a:rPr>
              <a:t>)</a:t>
            </a:r>
          </a:p>
        </p:txBody>
      </p:sp>
      <p:graphicFrame>
        <p:nvGraphicFramePr>
          <p:cNvPr id="71" name="Table 71"/>
          <p:cNvGraphicFramePr/>
          <p:nvPr/>
        </p:nvGraphicFramePr>
        <p:xfrm>
          <a:off x="508000" y="3340100"/>
          <a:ext cx="11988800" cy="6096000"/>
        </p:xfrm>
        <a:graphic xmlns:a="http://schemas.openxmlformats.org/drawingml/2006/main">
          <a:graphicData uri="http://schemas.openxmlformats.org/drawingml/2006/table">
            <a:tbl>
              <a:tblPr firstCol="0" firstRow="1" lastCol="0" lastRow="0" bandCol="0" bandRow="0" rtl="0">
                <a:tableStyleId>{CF821DB8-F4EB-4A41-A1BA-3FCAFE7338EE}</a:tableStyleId>
              </a:tblPr>
              <a:tblGrid>
                <a:gridCol w="5994400"/>
                <a:gridCol w="5994400"/>
              </a:tblGrid>
              <a:tr h="1219200">
                <a:tc>
                  <a:txBody>
                    <a:bodyPr/>
                    <a:lstStyle/>
                    <a:p>
                      <a:pPr lvl="0" defTabSz="914400">
                        <a:tabLst>
                          <a:tab pos="1181100" algn="l"/>
                        </a:tabLst>
                        <a:defRPr>
                          <a:solidFill>
                            <a:srgbClr val="000000"/>
                          </a:solidFill>
                        </a:defRPr>
                      </a:pPr>
                      <a:r>
                        <a:rPr sz="2600">
                          <a:solidFill>
                            <a:srgbClr val="FFFFFF"/>
                          </a:solidFill>
                          <a:effectLst>
                            <a:outerShdw sx="100000" sy="100000" kx="0" ky="0" algn="b" rotWithShape="0" blurRad="25400" dist="33948" dir="2388334">
                              <a:srgbClr val="3B3936">
                                <a:alpha val="79310"/>
                              </a:srgbClr>
                            </a:outerShdw>
                          </a:effectLst>
                        </a:rPr>
                        <a:t>Question</a:t>
                      </a:r>
                    </a:p>
                  </a:txBody>
                  <a:tcPr marL="50800" marR="50800" marT="50800" marB="50800" anchor="ctr" anchorCtr="0" horzOverflow="overflow"/>
                </a:tc>
                <a:tc>
                  <a:txBody>
                    <a:bodyPr/>
                    <a:lstStyle/>
                    <a:p>
                      <a:pPr lvl="0" algn="just" defTabSz="914400">
                        <a:tabLst>
                          <a:tab pos="1181100" algn="l"/>
                        </a:tabLst>
                        <a:defRPr>
                          <a:solidFill>
                            <a:srgbClr val="000000"/>
                          </a:solidFill>
                        </a:defRPr>
                      </a:pPr>
                      <a:r>
                        <a:rPr sz="2600">
                          <a:solidFill>
                            <a:srgbClr val="FFFFFF"/>
                          </a:solidFill>
                          <a:effectLst>
                            <a:outerShdw sx="100000" sy="100000" kx="0" ky="0" algn="b" rotWithShape="0" blurRad="25400" dist="33948" dir="2388334">
                              <a:srgbClr val="3B3936">
                                <a:alpha val="79310"/>
                              </a:srgbClr>
                            </a:outerShdw>
                          </a:effectLst>
                        </a:rPr>
                        <a:t>Observation/Answer</a:t>
                      </a:r>
                    </a:p>
                  </a:txBody>
                  <a:tcPr marL="50800" marR="50800" marT="50800" marB="50800" anchor="ctr" anchorCtr="0" horzOverflow="overflow"/>
                </a:tc>
              </a:tr>
              <a:tr h="1219200">
                <a:tc>
                  <a:txBody>
                    <a:bodyPr/>
                    <a:lstStyle/>
                    <a:p>
                      <a:pPr lvl="0" algn="just" defTabSz="914400">
                        <a:defRPr>
                          <a:solidFill>
                            <a:srgbClr val="000000"/>
                          </a:solidFill>
                        </a:defRPr>
                      </a:pPr>
                      <a:r>
                        <a:rPr sz="2200">
                          <a:solidFill>
                            <a:srgbClr val="414141"/>
                          </a:solidFill>
                        </a:rPr>
                        <a:t>How did the consistency change upon mixing the two solid together? How is the entropy changing? </a:t>
                      </a:r>
                    </a:p>
                  </a:txBody>
                  <a:tcPr marL="50800" marR="50800" marT="50800" marB="50800" anchor="ctr" anchorCtr="0" horzOverflow="overflow">
                    <a:lnL w="12700">
                      <a:miter lim="400000"/>
                    </a:lnL>
                  </a:tcPr>
                </a:tc>
                <a:tc>
                  <a:txBody>
                    <a:bodyPr/>
                    <a:lstStyle/>
                    <a:p>
                      <a:pPr lvl="0" algn="just" defTabSz="914400">
                        <a:defRPr>
                          <a:solidFill>
                            <a:srgbClr val="000000"/>
                          </a:solidFill>
                        </a:defRPr>
                      </a:pPr>
                      <a:r>
                        <a:rPr sz="2200">
                          <a:solidFill>
                            <a:srgbClr val="496392"/>
                          </a:solidFill>
                        </a:rPr>
                        <a:t>Entropy is increasing. </a:t>
                      </a:r>
                    </a:p>
                  </a:txBody>
                  <a:tcPr marL="50800" marR="50800" marT="50800" marB="50800" anchor="ctr" anchorCtr="0" horzOverflow="overflow">
                    <a:lnR w="12700">
                      <a:miter lim="400000"/>
                    </a:lnR>
                  </a:tcPr>
                </a:tc>
              </a:tr>
              <a:tr h="1219200">
                <a:tc>
                  <a:txBody>
                    <a:bodyPr/>
                    <a:lstStyle/>
                    <a:p>
                      <a:pPr lvl="0" algn="just" defTabSz="914400">
                        <a:defRPr>
                          <a:solidFill>
                            <a:srgbClr val="000000"/>
                          </a:solidFill>
                        </a:defRPr>
                      </a:pPr>
                      <a:r>
                        <a:rPr sz="2200">
                          <a:solidFill>
                            <a:srgbClr val="414141"/>
                          </a:solidFill>
                        </a:rPr>
                        <a:t>Was there any gas evolved? What was it? </a:t>
                      </a:r>
                    </a:p>
                  </a:txBody>
                  <a:tcPr marL="50800" marR="50800" marT="50800" marB="50800" anchor="ctr" anchorCtr="0" horzOverflow="overflow">
                    <a:lnL w="12700">
                      <a:miter lim="400000"/>
                    </a:lnL>
                  </a:tcPr>
                </a:tc>
                <a:tc>
                  <a:txBody>
                    <a:bodyPr/>
                    <a:lstStyle/>
                    <a:p>
                      <a:pPr lvl="0" algn="just" defTabSz="914400">
                        <a:defRPr>
                          <a:solidFill>
                            <a:srgbClr val="000000"/>
                          </a:solidFill>
                        </a:defRPr>
                      </a:pPr>
                      <a:r>
                        <a:rPr sz="2200">
                          <a:solidFill>
                            <a:srgbClr val="496392"/>
                          </a:solidFill>
                        </a:rPr>
                        <a:t>Pungent gas evolved. Gas is most likely ammonia. Entropy of system is increasing significantly.</a:t>
                      </a:r>
                    </a:p>
                  </a:txBody>
                  <a:tcPr marL="50800" marR="50800" marT="50800" marB="50800" anchor="ctr" anchorCtr="0" horzOverflow="overflow">
                    <a:lnR w="12700">
                      <a:miter lim="400000"/>
                    </a:lnR>
                  </a:tcPr>
                </a:tc>
              </a:tr>
              <a:tr h="1219200">
                <a:tc>
                  <a:txBody>
                    <a:bodyPr/>
                    <a:lstStyle/>
                    <a:p>
                      <a:pPr lvl="0" algn="just" defTabSz="914400">
                        <a:defRPr>
                          <a:solidFill>
                            <a:srgbClr val="000000"/>
                          </a:solidFill>
                        </a:defRPr>
                      </a:pPr>
                      <a:r>
                        <a:rPr sz="2200">
                          <a:solidFill>
                            <a:srgbClr val="414141"/>
                          </a:solidFill>
                        </a:rPr>
                        <a:t>What special “heavy lifting” could the beaker do? Why could it do this? What was the enthalpy change? </a:t>
                      </a:r>
                    </a:p>
                  </a:txBody>
                  <a:tcPr marL="50800" marR="50800" marT="50800" marB="50800" anchor="ctr" anchorCtr="0" horzOverflow="overflow">
                    <a:lnL w="12700">
                      <a:miter lim="400000"/>
                    </a:lnL>
                  </a:tcPr>
                </a:tc>
                <a:tc>
                  <a:txBody>
                    <a:bodyPr/>
                    <a:lstStyle/>
                    <a:p>
                      <a:pPr lvl="0" algn="just" defTabSz="914400">
                        <a:defRPr>
                          <a:solidFill>
                            <a:srgbClr val="000000"/>
                          </a:solidFill>
                        </a:defRPr>
                      </a:pPr>
                      <a:r>
                        <a:rPr sz="2200">
                          <a:solidFill>
                            <a:srgbClr val="496392"/>
                          </a:solidFill>
                        </a:rPr>
                        <a:t>The beaker could lift the mat. The thin film of water had frozen: the beaker was now “stuck” to the mat. The reaction is endothermic. </a:t>
                      </a:r>
                    </a:p>
                  </a:txBody>
                  <a:tcPr marL="50800" marR="50800" marT="50800" marB="50800" anchor="ctr" anchorCtr="0" horzOverflow="overflow">
                    <a:lnR w="12700">
                      <a:miter lim="400000"/>
                    </a:lnR>
                  </a:tcPr>
                </a:tc>
              </a:tr>
              <a:tr h="1219200">
                <a:tc>
                  <a:txBody>
                    <a:bodyPr/>
                    <a:lstStyle/>
                    <a:p>
                      <a:pPr lvl="0" algn="just" defTabSz="914400">
                        <a:defRPr>
                          <a:solidFill>
                            <a:srgbClr val="000000"/>
                          </a:solidFill>
                        </a:defRPr>
                      </a:pPr>
                      <a:r>
                        <a:rPr sz="2200">
                          <a:solidFill>
                            <a:srgbClr val="414141"/>
                          </a:solidFill>
                        </a:rPr>
                        <a:t>Write the chemical reaction for this reaction. State if the entropy increased or decreased on going from reactants to products. </a:t>
                      </a:r>
                    </a:p>
                  </a:txBody>
                  <a:tcPr marL="50800" marR="50800" marT="50800" marB="50800" anchor="ctr" anchorCtr="0" horzOverflow="overflow">
                    <a:lnL w="12700">
                      <a:miter lim="400000"/>
                    </a:lnL>
                    <a:lnB w="12700">
                      <a:miter lim="400000"/>
                    </a:lnB>
                  </a:tcPr>
                </a:tc>
                <a:tc>
                  <a:txBody>
                    <a:bodyPr/>
                    <a:lstStyle/>
                    <a:p>
                      <a:pPr lvl="0" algn="just" defTabSz="914400">
                        <a:defRPr>
                          <a:solidFill>
                            <a:srgbClr val="000000"/>
                          </a:solidFill>
                        </a:defRPr>
                      </a:pPr>
                      <a:r>
                        <a:rPr sz="1700">
                          <a:solidFill>
                            <a:srgbClr val="496392"/>
                          </a:solidFill>
                        </a:rPr>
                        <a:t>Ba(OH)</a:t>
                      </a:r>
                      <a:r>
                        <a:rPr baseline="-5999" sz="1700">
                          <a:solidFill>
                            <a:srgbClr val="496392"/>
                          </a:solidFill>
                        </a:rPr>
                        <a:t>2</a:t>
                      </a:r>
                      <a:r>
                        <a:rPr sz="1700">
                          <a:solidFill>
                            <a:srgbClr val="496392"/>
                          </a:solidFill>
                        </a:rPr>
                        <a:t> (s) + 2NH</a:t>
                      </a:r>
                      <a:r>
                        <a:rPr baseline="-5999" sz="1700">
                          <a:solidFill>
                            <a:srgbClr val="496392"/>
                          </a:solidFill>
                        </a:rPr>
                        <a:t>4</a:t>
                      </a:r>
                      <a:r>
                        <a:rPr sz="1700">
                          <a:solidFill>
                            <a:srgbClr val="496392"/>
                          </a:solidFill>
                        </a:rPr>
                        <a:t>C</a:t>
                      </a:r>
                      <a:r>
                        <a:rPr i="1" sz="1700">
                          <a:solidFill>
                            <a:srgbClr val="496392"/>
                          </a:solidFill>
                        </a:rPr>
                        <a:t>l</a:t>
                      </a:r>
                      <a:r>
                        <a:rPr sz="1700">
                          <a:solidFill>
                            <a:srgbClr val="496392"/>
                          </a:solidFill>
                        </a:rPr>
                        <a:t> (s) → BaC</a:t>
                      </a:r>
                      <a:r>
                        <a:rPr i="1" sz="1700">
                          <a:solidFill>
                            <a:srgbClr val="496392"/>
                          </a:solidFill>
                        </a:rPr>
                        <a:t>l</a:t>
                      </a:r>
                      <a:r>
                        <a:rPr baseline="-5999" sz="1700">
                          <a:solidFill>
                            <a:srgbClr val="496392"/>
                          </a:solidFill>
                        </a:rPr>
                        <a:t>2</a:t>
                      </a:r>
                      <a:r>
                        <a:rPr sz="1700">
                          <a:solidFill>
                            <a:srgbClr val="496392"/>
                          </a:solidFill>
                        </a:rPr>
                        <a:t> (aq) + 2H2O (l) + 2NH</a:t>
                      </a:r>
                      <a:r>
                        <a:rPr baseline="-5999" sz="1700">
                          <a:solidFill>
                            <a:srgbClr val="496392"/>
                          </a:solidFill>
                        </a:rPr>
                        <a:t>3</a:t>
                      </a:r>
                      <a:r>
                        <a:rPr sz="1700">
                          <a:solidFill>
                            <a:srgbClr val="496392"/>
                          </a:solidFill>
                        </a:rPr>
                        <a:t> (g)</a:t>
                      </a:r>
                      <a:endParaRPr sz="1700">
                        <a:solidFill>
                          <a:srgbClr val="496392"/>
                        </a:solidFill>
                      </a:endParaRPr>
                    </a:p>
                    <a:p>
                      <a:pPr lvl="0" algn="just" defTabSz="914400">
                        <a:defRPr>
                          <a:solidFill>
                            <a:srgbClr val="000000"/>
                          </a:solidFill>
                        </a:defRPr>
                      </a:pPr>
                      <a:endParaRPr sz="2200">
                        <a:solidFill>
                          <a:srgbClr val="496392"/>
                        </a:solidFill>
                      </a:endParaRPr>
                    </a:p>
                    <a:p>
                      <a:pPr lvl="0" algn="just" defTabSz="914400">
                        <a:defRPr>
                          <a:solidFill>
                            <a:srgbClr val="000000"/>
                          </a:solidFill>
                        </a:defRPr>
                      </a:pPr>
                      <a:r>
                        <a:rPr sz="2200">
                          <a:solidFill>
                            <a:srgbClr val="496392"/>
                          </a:solidFill>
                        </a:rPr>
                        <a:t>Entropy increased (substantially).</a:t>
                      </a:r>
                    </a:p>
                  </a:txBody>
                  <a:tcPr marL="50800" marR="50800" marT="50800" marB="50800" anchor="ctr" anchorCtr="0" horzOverflow="overflow">
                    <a:lnR w="12700">
                      <a:miter lim="400000"/>
                    </a:lnR>
                    <a:lnB w="12700">
                      <a:miter lim="400000"/>
                    </a:lnB>
                  </a:tcPr>
                </a:tc>
              </a:tr>
            </a:tbl>
          </a:graphicData>
        </a:graphic>
      </p:graphicFrame>
      <p:sp>
        <p:nvSpPr>
          <p:cNvPr id="72" name="Shape 72"/>
          <p:cNvSpPr/>
          <p:nvPr/>
        </p:nvSpPr>
        <p:spPr>
          <a:xfrm>
            <a:off x="6518919" y="4590454"/>
            <a:ext cx="5973615" cy="1219201"/>
          </a:xfrm>
          <a:prstGeom prst="rect">
            <a:avLst/>
          </a:prstGeom>
          <a:solidFill>
            <a:srgbClr val="F8F0E2"/>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73" name="Shape 73"/>
          <p:cNvSpPr/>
          <p:nvPr/>
        </p:nvSpPr>
        <p:spPr>
          <a:xfrm>
            <a:off x="6518919" y="5778500"/>
            <a:ext cx="5973615" cy="1219200"/>
          </a:xfrm>
          <a:prstGeom prst="rect">
            <a:avLst/>
          </a:prstGeom>
          <a:solidFill>
            <a:srgbClr val="F8F0E2"/>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74" name="Shape 74"/>
          <p:cNvSpPr/>
          <p:nvPr/>
        </p:nvSpPr>
        <p:spPr>
          <a:xfrm>
            <a:off x="6518919" y="6997700"/>
            <a:ext cx="5973615" cy="1219200"/>
          </a:xfrm>
          <a:prstGeom prst="rect">
            <a:avLst/>
          </a:prstGeom>
          <a:solidFill>
            <a:srgbClr val="F8F0E2"/>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75" name="Shape 75"/>
          <p:cNvSpPr/>
          <p:nvPr/>
        </p:nvSpPr>
        <p:spPr>
          <a:xfrm>
            <a:off x="6518919" y="8222059"/>
            <a:ext cx="5973615" cy="1219201"/>
          </a:xfrm>
          <a:prstGeom prst="rect">
            <a:avLst/>
          </a:prstGeom>
          <a:solidFill>
            <a:srgbClr val="F8F0E2"/>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Tree>
  </p:cSld>
  <p:clrMapOvr>
    <a:masterClrMapping/>
  </p:clrMapOvr>
  <p:transitio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nodeType="clickEffect" presetClass="exit" presetSubtype="0" presetID="1" grpId="1" fill="hold">
                                  <p:stCondLst>
                                    <p:cond delay="0"/>
                                  </p:stCondLst>
                                  <p:iterate type="el" backwards="0">
                                    <p:tmAbs val="0"/>
                                  </p:iterate>
                                  <p:childTnLst>
                                    <p:set>
                                      <p:cBhvr>
                                        <p:cTn id="6" fill="hold">
                                          <p:stCondLst>
                                            <p:cond delay="0"/>
                                          </p:stCondLst>
                                        </p:cTn>
                                        <p:tgtEl>
                                          <p:spTgt spid="7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nodeType="clickEffect" presetClass="exit" presetSubtype="0" presetID="1" grpId="2" fill="hold">
                                  <p:stCondLst>
                                    <p:cond delay="0"/>
                                  </p:stCondLst>
                                  <p:iterate type="el" backwards="0">
                                    <p:tmAbs val="0"/>
                                  </p:iterate>
                                  <p:childTnLst>
                                    <p:set>
                                      <p:cBhvr>
                                        <p:cTn id="10" fill="hold">
                                          <p:stCondLst>
                                            <p:cond delay="0"/>
                                          </p:stCondLst>
                                        </p:cTn>
                                        <p:tgtEl>
                                          <p:spTgt spid="7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nodeType="clickEffect" presetClass="exit" presetSubtype="0" presetID="1" grpId="3" fill="hold">
                                  <p:stCondLst>
                                    <p:cond delay="0"/>
                                  </p:stCondLst>
                                  <p:iterate type="el" backwards="0">
                                    <p:tmAbs val="0"/>
                                  </p:iterate>
                                  <p:childTnLst>
                                    <p:set>
                                      <p:cBhvr>
                                        <p:cTn id="14" fill="hold">
                                          <p:stCondLst>
                                            <p:cond delay="0"/>
                                          </p:stCondLst>
                                        </p:cTn>
                                        <p:tgtEl>
                                          <p:spTgt spid="74"/>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nodeType="clickEffect" presetClass="exit" presetSubtype="0" presetID="1" grpId="4" fill="hold">
                                  <p:stCondLst>
                                    <p:cond delay="0"/>
                                  </p:stCondLst>
                                  <p:iterate type="el" backwards="0">
                                    <p:tmAbs val="0"/>
                                  </p:iterate>
                                  <p:childTnLst>
                                    <p:set>
                                      <p:cBhvr>
                                        <p:cTn id="18" fill="hold">
                                          <p:stCondLst>
                                            <p:cond delay="0"/>
                                          </p:stCondLst>
                                        </p:cTn>
                                        <p:tgtEl>
                                          <p:spTgt spid="7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73" grpId="2"/>
      <p:bldP build="whole" bldLvl="1" animBg="1" rev="0" advAuto="0" spid="74" grpId="3"/>
      <p:bldP build="whole" bldLvl="1" animBg="1" rev="0" advAuto="0" spid="72" grpId="1"/>
      <p:bldP build="whole" bldLvl="1" animBg="1" rev="0" advAuto="0" spid="75" grpId="4"/>
    </p:bldLst>
  </p:timing>
</p:sld>
</file>

<file path=ppt/slides/slide6.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77" name="Shape 77"/>
          <p:cNvSpPr/>
          <p:nvPr>
            <p:ph type="title"/>
          </p:nvPr>
        </p:nvSpPr>
        <p:spPr>
          <a:prstGeom prst="rect">
            <a:avLst/>
          </a:prstGeom>
        </p:spPr>
        <p:txBody>
          <a:bodyPr/>
          <a:lstStyle/>
          <a:p>
            <a:pPr lvl="0">
              <a:defRPr sz="1800">
                <a:solidFill>
                  <a:srgbClr val="000000"/>
                </a:solidFill>
              </a:defRPr>
            </a:pPr>
            <a:r>
              <a:rPr sz="7000">
                <a:solidFill>
                  <a:srgbClr val="D93E2B"/>
                </a:solidFill>
              </a:rPr>
              <a:t>Experiments/Demonstrations</a:t>
            </a:r>
          </a:p>
        </p:txBody>
      </p:sp>
      <p:sp>
        <p:nvSpPr>
          <p:cNvPr id="78" name="Shape 78"/>
          <p:cNvSpPr/>
          <p:nvPr/>
        </p:nvSpPr>
        <p:spPr>
          <a:xfrm>
            <a:off x="520861" y="2959099"/>
            <a:ext cx="9596116" cy="3149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0" algn="just">
              <a:defRPr sz="1800">
                <a:solidFill>
                  <a:srgbClr val="000000"/>
                </a:solidFill>
              </a:defRPr>
            </a:pPr>
            <a:r>
              <a:rPr sz="3600">
                <a:solidFill>
                  <a:srgbClr val="414141"/>
                </a:solidFill>
              </a:rPr>
              <a:t>So what’s “strange” here?</a:t>
            </a:r>
            <a:endParaRPr sz="3600">
              <a:solidFill>
                <a:srgbClr val="414141"/>
              </a:solidFill>
            </a:endParaRPr>
          </a:p>
          <a:p>
            <a:pPr lvl="0" algn="just">
              <a:defRPr sz="1800">
                <a:solidFill>
                  <a:srgbClr val="000000"/>
                </a:solidFill>
              </a:defRPr>
            </a:pPr>
            <a:endParaRPr sz="3600">
              <a:solidFill>
                <a:srgbClr val="414141"/>
              </a:solidFill>
            </a:endParaRPr>
          </a:p>
          <a:p>
            <a:pPr lvl="0" marL="660400" indent="-660400" algn="just">
              <a:buSzPct val="100000"/>
              <a:buAutoNum type="arabicPeriod" startAt="1"/>
              <a:defRPr sz="1800">
                <a:solidFill>
                  <a:srgbClr val="000000"/>
                </a:solidFill>
              </a:defRPr>
            </a:pPr>
            <a:r>
              <a:rPr sz="3600">
                <a:solidFill>
                  <a:srgbClr val="414141"/>
                </a:solidFill>
              </a:rPr>
              <a:t>Solid reacted with another solid</a:t>
            </a:r>
            <a:br>
              <a:rPr sz="3600">
                <a:solidFill>
                  <a:srgbClr val="414141"/>
                </a:solidFill>
              </a:rPr>
            </a:br>
            <a:endParaRPr sz="3600">
              <a:solidFill>
                <a:srgbClr val="414141"/>
              </a:solidFill>
            </a:endParaRPr>
          </a:p>
          <a:p>
            <a:pPr lvl="0" marL="660400" indent="-660400" algn="just">
              <a:buSzPct val="100000"/>
              <a:buAutoNum type="arabicPeriod" startAt="1"/>
              <a:defRPr sz="1800">
                <a:solidFill>
                  <a:srgbClr val="000000"/>
                </a:solidFill>
              </a:defRPr>
            </a:pPr>
            <a:r>
              <a:rPr sz="3600">
                <a:solidFill>
                  <a:srgbClr val="414141"/>
                </a:solidFill>
              </a:rPr>
              <a:t>Endothermic reaction occurred very readily</a:t>
            </a:r>
          </a:p>
        </p:txBody>
      </p:sp>
    </p:spTree>
  </p:cSld>
  <p:clrMapOvr>
    <a:masterClrMapping/>
  </p:clrMapOvr>
  <p:transitio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nodeType="clickEffect" presetClass="entr" presetSubtype="0" presetID="1" grpId="1" fill="hold">
                                  <p:stCondLst>
                                    <p:cond delay="0"/>
                                  </p:stCondLst>
                                  <p:iterate type="el" backwards="0">
                                    <p:tmAbs val="0"/>
                                  </p:iterate>
                                  <p:childTnLst>
                                    <p:set>
                                      <p:cBhvr>
                                        <p:cTn id="6" fill="hold"/>
                                        <p:tgtEl>
                                          <p:spTgt spid="78">
                                            <p:bg/>
                                          </p:spTgt>
                                        </p:tgtEl>
                                        <p:attrNameLst>
                                          <p:attrName>style.visibility</p:attrName>
                                        </p:attrNameLst>
                                      </p:cBhvr>
                                      <p:to>
                                        <p:strVal val="visible"/>
                                      </p:to>
                                    </p:set>
                                  </p:childTnLst>
                                </p:cTn>
                              </p:par>
                              <p:par>
                                <p:cTn id="7" presetClass="entr" presetSubtype="0" presetID="1" grpId="1" fill="hold">
                                  <p:stCondLst>
                                    <p:cond delay="0"/>
                                  </p:stCondLst>
                                  <p:iterate type="el" backwards="0">
                                    <p:tmAbs val="0"/>
                                  </p:iterate>
                                  <p:childTnLst>
                                    <p:set>
                                      <p:cBhvr>
                                        <p:cTn id="8" fill="hold"/>
                                        <p:tgtEl>
                                          <p:spTgt spid="7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nodeType="clickEffect" presetClass="entr" presetSubtype="0" presetID="1" grpId="1" fill="hold">
                                  <p:stCondLst>
                                    <p:cond delay="0"/>
                                  </p:stCondLst>
                                  <p:iterate type="el" backwards="0">
                                    <p:tmAbs val="0"/>
                                  </p:iterate>
                                  <p:childTnLst>
                                    <p:set>
                                      <p:cBhvr>
                                        <p:cTn id="12" fill="hold"/>
                                        <p:tgtEl>
                                          <p:spTgt spid="7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nodeType="clickEffect" presetClass="entr" presetSubtype="0" presetID="1" grpId="1" fill="hold">
                                  <p:stCondLst>
                                    <p:cond delay="0"/>
                                  </p:stCondLst>
                                  <p:iterate type="el" backwards="0">
                                    <p:tmAbs val="0"/>
                                  </p:iterate>
                                  <p:childTnLst>
                                    <p:set>
                                      <p:cBhvr>
                                        <p:cTn id="16" fill="hold"/>
                                        <p:tgtEl>
                                          <p:spTgt spid="7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nodeType="clickEffect" presetClass="entr" presetSubtype="0" presetID="1" grpId="1" fill="hold">
                                  <p:stCondLst>
                                    <p:cond delay="0"/>
                                  </p:stCondLst>
                                  <p:iterate type="el" backwards="0">
                                    <p:tmAbs val="0"/>
                                  </p:iterate>
                                  <p:childTnLst>
                                    <p:set>
                                      <p:cBhvr>
                                        <p:cTn id="20" fill="hold"/>
                                        <p:tgtEl>
                                          <p:spTgt spid="78">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5" animBg="1" rev="0" advAuto="0" spid="78" grpId="1"/>
    </p:bldLst>
  </p:timing>
</p:sld>
</file>

<file path=ppt/slides/slide7.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80" name="Shape 80"/>
          <p:cNvSpPr/>
          <p:nvPr>
            <p:ph type="title"/>
          </p:nvPr>
        </p:nvSpPr>
        <p:spPr>
          <a:prstGeom prst="rect">
            <a:avLst/>
          </a:prstGeom>
        </p:spPr>
        <p:txBody>
          <a:bodyPr/>
          <a:lstStyle>
            <a:lvl1pPr defTabSz="560831">
              <a:spcBef>
                <a:spcPts val="1500"/>
              </a:spcBef>
              <a:defRPr sz="6719"/>
            </a:lvl1pPr>
          </a:lstStyle>
          <a:p>
            <a:pPr lvl="0">
              <a:defRPr sz="1800">
                <a:solidFill>
                  <a:srgbClr val="000000"/>
                </a:solidFill>
              </a:defRPr>
            </a:pPr>
            <a:r>
              <a:rPr sz="6719">
                <a:solidFill>
                  <a:srgbClr val="D93E2B"/>
                </a:solidFill>
              </a:rPr>
              <a:t>The Second Law of Thermodynamics</a:t>
            </a:r>
          </a:p>
        </p:txBody>
      </p:sp>
      <p:sp>
        <p:nvSpPr>
          <p:cNvPr id="81" name="Shape 81"/>
          <p:cNvSpPr/>
          <p:nvPr>
            <p:ph type="body" idx="1"/>
          </p:nvPr>
        </p:nvSpPr>
        <p:spPr>
          <a:prstGeom prst="rect">
            <a:avLst/>
          </a:prstGeom>
        </p:spPr>
        <p:txBody>
          <a:bodyPr/>
          <a:lstStyle/>
          <a:p>
            <a:pPr lvl="0">
              <a:defRPr sz="1800">
                <a:solidFill>
                  <a:srgbClr val="000000"/>
                </a:solidFill>
              </a:defRPr>
            </a:pPr>
            <a:r>
              <a:rPr i="1" sz="3600">
                <a:solidFill>
                  <a:srgbClr val="414141"/>
                </a:solidFill>
              </a:rPr>
              <a:t>The entropy of the universe always increases in the course of a spontaneous reaction: dS</a:t>
            </a:r>
            <a:r>
              <a:rPr baseline="-5999" i="1" sz="3600">
                <a:solidFill>
                  <a:srgbClr val="414141"/>
                </a:solidFill>
              </a:rPr>
              <a:t>universe </a:t>
            </a:r>
            <a:r>
              <a:rPr i="1" sz="3600">
                <a:solidFill>
                  <a:srgbClr val="414141"/>
                </a:solidFill>
              </a:rPr>
              <a:t>&gt; 0</a:t>
            </a:r>
            <a:r>
              <a:rPr sz="3600">
                <a:solidFill>
                  <a:srgbClr val="414141"/>
                </a:solidFill>
              </a:rPr>
              <a:t> </a:t>
            </a:r>
            <a:br>
              <a:rPr sz="3600">
                <a:solidFill>
                  <a:srgbClr val="414141"/>
                </a:solidFill>
              </a:rPr>
            </a:br>
            <a:br>
              <a:rPr sz="3600">
                <a:solidFill>
                  <a:srgbClr val="414141"/>
                </a:solidFill>
              </a:rPr>
            </a:br>
            <a:r>
              <a:rPr i="1" sz="3600">
                <a:solidFill>
                  <a:srgbClr val="414141"/>
                </a:solidFill>
              </a:rPr>
              <a:t>(where dS</a:t>
            </a:r>
            <a:r>
              <a:rPr baseline="-5999" i="1" sz="3600">
                <a:solidFill>
                  <a:srgbClr val="414141"/>
                </a:solidFill>
              </a:rPr>
              <a:t>universe</a:t>
            </a:r>
            <a:r>
              <a:rPr i="1" sz="3600">
                <a:solidFill>
                  <a:srgbClr val="414141"/>
                </a:solidFill>
              </a:rPr>
              <a:t> = dS</a:t>
            </a:r>
            <a:r>
              <a:rPr baseline="-5999" i="1" sz="3600">
                <a:solidFill>
                  <a:srgbClr val="414141"/>
                </a:solidFill>
              </a:rPr>
              <a:t>system</a:t>
            </a:r>
            <a:r>
              <a:rPr i="1" sz="3600">
                <a:solidFill>
                  <a:srgbClr val="414141"/>
                </a:solidFill>
              </a:rPr>
              <a:t> + dS</a:t>
            </a:r>
            <a:r>
              <a:rPr baseline="-5999" i="1" sz="3600">
                <a:solidFill>
                  <a:srgbClr val="414141"/>
                </a:solidFill>
              </a:rPr>
              <a:t>surroundings</a:t>
            </a:r>
            <a:r>
              <a:rPr i="1" sz="3600">
                <a:solidFill>
                  <a:srgbClr val="414141"/>
                </a:solidFill>
              </a:rPr>
              <a:t>)</a:t>
            </a:r>
          </a:p>
        </p:txBody>
      </p:sp>
    </p:spTree>
  </p:cSld>
  <p:clrMapOvr>
    <a:masterClrMapping/>
  </p:clrMapOvr>
  <p:transition spd="med" advClick="1"/>
</p:sld>
</file>

<file path=ppt/slides/slide8.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83" name="Shape 83"/>
          <p:cNvSpPr/>
          <p:nvPr>
            <p:ph type="title"/>
          </p:nvPr>
        </p:nvSpPr>
        <p:spPr>
          <a:prstGeom prst="rect">
            <a:avLst/>
          </a:prstGeom>
        </p:spPr>
        <p:txBody>
          <a:bodyPr/>
          <a:lstStyle>
            <a:lvl1pPr defTabSz="560831">
              <a:spcBef>
                <a:spcPts val="1500"/>
              </a:spcBef>
              <a:defRPr sz="6719"/>
            </a:lvl1pPr>
          </a:lstStyle>
          <a:p>
            <a:pPr lvl="0">
              <a:defRPr sz="1800">
                <a:solidFill>
                  <a:srgbClr val="000000"/>
                </a:solidFill>
              </a:defRPr>
            </a:pPr>
            <a:r>
              <a:rPr sz="6719">
                <a:solidFill>
                  <a:srgbClr val="D93E2B"/>
                </a:solidFill>
              </a:rPr>
              <a:t>The Second Law of Thermodynamics</a:t>
            </a:r>
          </a:p>
        </p:txBody>
      </p:sp>
      <p:sp>
        <p:nvSpPr>
          <p:cNvPr id="84" name="Shape 84"/>
          <p:cNvSpPr/>
          <p:nvPr>
            <p:ph type="body" idx="1"/>
          </p:nvPr>
        </p:nvSpPr>
        <p:spPr>
          <a:prstGeom prst="rect">
            <a:avLst/>
          </a:prstGeom>
        </p:spPr>
        <p:txBody>
          <a:bodyPr/>
          <a:lstStyle/>
          <a:p>
            <a:pPr lvl="0" marL="465201" indent="-465201" defTabSz="578358">
              <a:spcBef>
                <a:spcPts val="2300"/>
              </a:spcBef>
              <a:defRPr sz="1800">
                <a:solidFill>
                  <a:srgbClr val="000000"/>
                </a:solidFill>
              </a:defRPr>
            </a:pPr>
            <a:r>
              <a:rPr sz="3564">
                <a:solidFill>
                  <a:srgbClr val="414141"/>
                </a:solidFill>
              </a:rPr>
              <a:t>What is entropy? </a:t>
            </a:r>
            <a:endParaRPr sz="3564">
              <a:solidFill>
                <a:srgbClr val="414141"/>
              </a:solidFill>
            </a:endParaRPr>
          </a:p>
          <a:p>
            <a:pPr lvl="0" marL="465201" indent="-465201" defTabSz="578358">
              <a:spcBef>
                <a:spcPts val="2300"/>
              </a:spcBef>
              <a:defRPr sz="1800">
                <a:solidFill>
                  <a:srgbClr val="000000"/>
                </a:solidFill>
              </a:defRPr>
            </a:pPr>
            <a:r>
              <a:rPr sz="3564">
                <a:solidFill>
                  <a:srgbClr val="414141"/>
                </a:solidFill>
              </a:rPr>
              <a:t>Extremely involved concept</a:t>
            </a:r>
            <a:endParaRPr sz="3564">
              <a:solidFill>
                <a:srgbClr val="414141"/>
              </a:solidFill>
            </a:endParaRPr>
          </a:p>
          <a:p>
            <a:pPr lvl="0" marL="465201" indent="-465201" defTabSz="578358">
              <a:spcBef>
                <a:spcPts val="2300"/>
              </a:spcBef>
              <a:defRPr sz="1800">
                <a:solidFill>
                  <a:srgbClr val="000000"/>
                </a:solidFill>
              </a:defRPr>
            </a:pPr>
            <a:r>
              <a:rPr sz="3564">
                <a:solidFill>
                  <a:srgbClr val="414141"/>
                </a:solidFill>
              </a:rPr>
              <a:t>Originally conceived when thinking about how energy was not used effectively (i.e. non-useful work)</a:t>
            </a:r>
            <a:endParaRPr sz="3564">
              <a:solidFill>
                <a:srgbClr val="414141"/>
              </a:solidFill>
            </a:endParaRPr>
          </a:p>
          <a:p>
            <a:pPr lvl="0" marL="465201" indent="-465201" defTabSz="578358">
              <a:spcBef>
                <a:spcPts val="2300"/>
              </a:spcBef>
              <a:defRPr sz="1800">
                <a:solidFill>
                  <a:srgbClr val="000000"/>
                </a:solidFill>
              </a:defRPr>
            </a:pPr>
            <a:r>
              <a:rPr i="1" sz="3564">
                <a:solidFill>
                  <a:srgbClr val="414141"/>
                </a:solidFill>
              </a:rPr>
              <a:t>Rudolf Clausius first coined the term </a:t>
            </a:r>
            <a:r>
              <a:rPr b="1" i="1" sz="3564">
                <a:solidFill>
                  <a:srgbClr val="414141"/>
                </a:solidFill>
              </a:rPr>
              <a:t>entropy </a:t>
            </a:r>
            <a:r>
              <a:rPr i="1" sz="3564">
                <a:solidFill>
                  <a:srgbClr val="414141"/>
                </a:solidFill>
              </a:rPr>
              <a:t>(trope in Greek means transformation)</a:t>
            </a:r>
            <a:endParaRPr i="1" sz="3564">
              <a:solidFill>
                <a:srgbClr val="414141"/>
              </a:solidFill>
            </a:endParaRPr>
          </a:p>
          <a:p>
            <a:pPr lvl="0" marL="465201" indent="-465201" defTabSz="578358">
              <a:spcBef>
                <a:spcPts val="2300"/>
              </a:spcBef>
              <a:defRPr sz="1800">
                <a:solidFill>
                  <a:srgbClr val="000000"/>
                </a:solidFill>
              </a:defRPr>
            </a:pPr>
            <a:r>
              <a:rPr i="1" sz="3564">
                <a:solidFill>
                  <a:srgbClr val="414141"/>
                </a:solidFill>
              </a:rPr>
              <a:t>Boltzmann gave the </a:t>
            </a:r>
            <a:r>
              <a:rPr b="1" i="1" sz="3564">
                <a:solidFill>
                  <a:srgbClr val="414141"/>
                </a:solidFill>
              </a:rPr>
              <a:t>best</a:t>
            </a:r>
            <a:r>
              <a:rPr i="1" sz="3564">
                <a:solidFill>
                  <a:srgbClr val="414141"/>
                </a:solidFill>
              </a:rPr>
              <a:t> (statistical) view of entropy: S=k</a:t>
            </a:r>
            <a:r>
              <a:rPr baseline="-5999" i="1" sz="3564">
                <a:solidFill>
                  <a:srgbClr val="414141"/>
                </a:solidFill>
              </a:rPr>
              <a:t>B</a:t>
            </a:r>
            <a:r>
              <a:rPr i="1" sz="3564">
                <a:solidFill>
                  <a:srgbClr val="414141"/>
                </a:solidFill>
              </a:rPr>
              <a:t>lnΩ</a:t>
            </a:r>
          </a:p>
        </p:txBody>
      </p:sp>
    </p:spTree>
  </p:cSld>
  <p:clrMapOvr>
    <a:masterClrMapping/>
  </p:clrMapOvr>
  <p:transition spd="med" advClick="1"/>
</p:sld>
</file>

<file path=ppt/slides/slide9.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86" name="Shape 86"/>
          <p:cNvSpPr/>
          <p:nvPr>
            <p:ph type="title"/>
          </p:nvPr>
        </p:nvSpPr>
        <p:spPr>
          <a:prstGeom prst="rect">
            <a:avLst/>
          </a:prstGeom>
        </p:spPr>
        <p:txBody>
          <a:bodyPr/>
          <a:lstStyle>
            <a:lvl1pPr defTabSz="560831">
              <a:spcBef>
                <a:spcPts val="1500"/>
              </a:spcBef>
              <a:defRPr sz="6719"/>
            </a:lvl1pPr>
          </a:lstStyle>
          <a:p>
            <a:pPr lvl="0">
              <a:defRPr sz="1800">
                <a:solidFill>
                  <a:srgbClr val="000000"/>
                </a:solidFill>
              </a:defRPr>
            </a:pPr>
            <a:r>
              <a:rPr sz="6719">
                <a:solidFill>
                  <a:srgbClr val="D93E2B"/>
                </a:solidFill>
              </a:rPr>
              <a:t>The Second Law of Thermodynamics</a:t>
            </a:r>
          </a:p>
        </p:txBody>
      </p:sp>
      <p:sp>
        <p:nvSpPr>
          <p:cNvPr id="87" name="Shape 87"/>
          <p:cNvSpPr/>
          <p:nvPr>
            <p:ph type="body" idx="1"/>
          </p:nvPr>
        </p:nvSpPr>
        <p:spPr>
          <a:prstGeom prst="rect">
            <a:avLst/>
          </a:prstGeom>
        </p:spPr>
        <p:txBody>
          <a:bodyPr/>
          <a:lstStyle/>
          <a:p>
            <a:pPr lvl="0">
              <a:defRPr sz="1800">
                <a:solidFill>
                  <a:srgbClr val="000000"/>
                </a:solidFill>
              </a:defRPr>
            </a:pPr>
            <a:r>
              <a:rPr sz="3600">
                <a:solidFill>
                  <a:srgbClr val="414141"/>
                </a:solidFill>
              </a:rPr>
              <a:t>What is entropy? </a:t>
            </a:r>
            <a:br>
              <a:rPr sz="3600">
                <a:solidFill>
                  <a:srgbClr val="414141"/>
                </a:solidFill>
              </a:rPr>
            </a:br>
            <a:br>
              <a:rPr sz="3600">
                <a:solidFill>
                  <a:srgbClr val="414141"/>
                </a:solidFill>
              </a:rPr>
            </a:br>
            <a:r>
              <a:rPr sz="3600">
                <a:solidFill>
                  <a:srgbClr val="414141"/>
                </a:solidFill>
              </a:rPr>
              <a:t>Entropy is defined as the extent or degree of disorder in a system. The higher the disorder or the more random the system is (i.e. more permutations to configure its constituent particles) the higher the entropy. </a:t>
            </a:r>
          </a:p>
        </p:txBody>
      </p:sp>
    </p:spTree>
  </p:cSld>
  <p:clrMapOvr>
    <a:masterClrMapping/>
  </p:clrMapOvr>
  <p:transition spd="med" advClick="1"/>
</p:sld>
</file>

<file path=ppt/slides/slide10.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89" name="Shape 89"/>
          <p:cNvSpPr/>
          <p:nvPr>
            <p:ph type="title"/>
          </p:nvPr>
        </p:nvSpPr>
        <p:spPr>
          <a:prstGeom prst="rect">
            <a:avLst/>
          </a:prstGeom>
        </p:spPr>
        <p:txBody>
          <a:bodyPr/>
          <a:lstStyle>
            <a:lvl1pPr defTabSz="560831">
              <a:spcBef>
                <a:spcPts val="1500"/>
              </a:spcBef>
              <a:defRPr sz="6719"/>
            </a:lvl1pPr>
          </a:lstStyle>
          <a:p>
            <a:pPr lvl="0">
              <a:defRPr sz="1800">
                <a:solidFill>
                  <a:srgbClr val="000000"/>
                </a:solidFill>
              </a:defRPr>
            </a:pPr>
            <a:r>
              <a:rPr sz="6719">
                <a:solidFill>
                  <a:srgbClr val="D93E2B"/>
                </a:solidFill>
              </a:rPr>
              <a:t>The Second Law of Thermodynamics</a:t>
            </a:r>
          </a:p>
        </p:txBody>
      </p:sp>
      <p:sp>
        <p:nvSpPr>
          <p:cNvPr id="90" name="Shape 90"/>
          <p:cNvSpPr/>
          <p:nvPr>
            <p:ph type="body" idx="1"/>
          </p:nvPr>
        </p:nvSpPr>
        <p:spPr>
          <a:prstGeom prst="rect">
            <a:avLst/>
          </a:prstGeom>
        </p:spPr>
        <p:txBody>
          <a:bodyPr/>
          <a:lstStyle/>
          <a:p>
            <a:pPr lvl="0">
              <a:defRPr sz="1800">
                <a:solidFill>
                  <a:srgbClr val="000000"/>
                </a:solidFill>
              </a:defRPr>
            </a:pPr>
            <a:r>
              <a:rPr sz="3600">
                <a:solidFill>
                  <a:srgbClr val="414141"/>
                </a:solidFill>
              </a:rPr>
              <a:t>What is entropy? </a:t>
            </a:r>
            <a:br>
              <a:rPr sz="3600">
                <a:solidFill>
                  <a:srgbClr val="414141"/>
                </a:solidFill>
              </a:rPr>
            </a:br>
            <a:br>
              <a:rPr sz="3600">
                <a:solidFill>
                  <a:srgbClr val="414141"/>
                </a:solidFill>
              </a:rPr>
            </a:br>
            <a:br>
              <a:rPr sz="3600">
                <a:solidFill>
                  <a:srgbClr val="414141"/>
                </a:solidFill>
              </a:rPr>
            </a:br>
            <a:br>
              <a:rPr sz="3600">
                <a:solidFill>
                  <a:srgbClr val="414141"/>
                </a:solidFill>
              </a:rPr>
            </a:br>
            <a:br>
              <a:rPr sz="3600">
                <a:solidFill>
                  <a:srgbClr val="414141"/>
                </a:solidFill>
              </a:rPr>
            </a:br>
          </a:p>
        </p:txBody>
      </p:sp>
      <p:sp>
        <p:nvSpPr>
          <p:cNvPr id="91" name="Shape 91"/>
          <p:cNvSpPr/>
          <p:nvPr/>
        </p:nvSpPr>
        <p:spPr>
          <a:xfrm>
            <a:off x="3001615" y="5232399"/>
            <a:ext cx="2023170" cy="508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0">
              <a:defRPr sz="1800">
                <a:solidFill>
                  <a:srgbClr val="000000"/>
                </a:solidFill>
              </a:defRPr>
            </a:pPr>
            <a:r>
              <a:rPr sz="2400">
                <a:solidFill>
                  <a:srgbClr val="414141"/>
                </a:solidFill>
              </a:rPr>
              <a:t>lower entropy</a:t>
            </a:r>
          </a:p>
        </p:txBody>
      </p:sp>
      <p:sp>
        <p:nvSpPr>
          <p:cNvPr id="92" name="Shape 92"/>
          <p:cNvSpPr/>
          <p:nvPr/>
        </p:nvSpPr>
        <p:spPr>
          <a:xfrm>
            <a:off x="7712248" y="5232399"/>
            <a:ext cx="2126904" cy="508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0">
              <a:defRPr sz="1800">
                <a:solidFill>
                  <a:srgbClr val="000000"/>
                </a:solidFill>
              </a:defRPr>
            </a:pPr>
            <a:r>
              <a:rPr sz="2400">
                <a:solidFill>
                  <a:srgbClr val="414141"/>
                </a:solidFill>
              </a:rPr>
              <a:t>higher entropy</a:t>
            </a:r>
          </a:p>
        </p:txBody>
      </p:sp>
      <p:sp>
        <p:nvSpPr>
          <p:cNvPr id="93" name="Shape 93"/>
          <p:cNvSpPr/>
          <p:nvPr/>
        </p:nvSpPr>
        <p:spPr>
          <a:xfrm rot="16200000">
            <a:off x="5424326" y="8168555"/>
            <a:ext cx="1688307" cy="573684"/>
          </a:xfrm>
          <a:prstGeom prst="rightArrow">
            <a:avLst>
              <a:gd name="adj1" fmla="val 32000"/>
              <a:gd name="adj2" fmla="val 141681"/>
            </a:avLst>
          </a:prstGeom>
          <a:gradFill>
            <a:gsLst>
              <a:gs pos="0">
                <a:srgbClr val="D08A7A"/>
              </a:gs>
              <a:gs pos="100000">
                <a:srgbClr val="CBA968"/>
              </a:gs>
            </a:gsLst>
            <a:lin ang="5400000"/>
          </a:gra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94" name="Shape 94"/>
          <p:cNvSpPr/>
          <p:nvPr/>
        </p:nvSpPr>
        <p:spPr>
          <a:xfrm>
            <a:off x="3315878" y="9175749"/>
            <a:ext cx="5905203" cy="508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u="sng"/>
            </a:lvl1pPr>
          </a:lstStyle>
          <a:p>
            <a:pPr lvl="0">
              <a:defRPr b="0" sz="1800" u="none">
                <a:solidFill>
                  <a:srgbClr val="000000"/>
                </a:solidFill>
              </a:defRPr>
            </a:pPr>
            <a:r>
              <a:rPr b="1" sz="2400" u="sng">
                <a:solidFill>
                  <a:srgbClr val="414141"/>
                </a:solidFill>
              </a:rPr>
              <a:t>Supply thermal energy or heat the system</a:t>
            </a:r>
          </a:p>
        </p:txBody>
      </p:sp>
      <p:sp>
        <p:nvSpPr>
          <p:cNvPr id="95" name="Shape 95"/>
          <p:cNvSpPr/>
          <p:nvPr/>
        </p:nvSpPr>
        <p:spPr>
          <a:xfrm>
            <a:off x="3035300" y="6121399"/>
            <a:ext cx="2101503" cy="2076848"/>
          </a:xfrm>
          <a:prstGeom prst="roundRect">
            <a:avLst>
              <a:gd name="adj" fmla="val 15000"/>
            </a:avLst>
          </a:prstGeom>
          <a:ln w="25400">
            <a:solidFill>
              <a:srgbClr val="66635F"/>
            </a:solidFill>
            <a:miter lim="400000"/>
          </a:ln>
        </p:spPr>
        <p:txBody>
          <a:bodyPr lIns="50800" tIns="50800" rIns="50800" bIns="50800" anchor="ctr"/>
          <a:lstStyle/>
          <a:p>
            <a:pPr lvl="0">
              <a:defRPr sz="3200"/>
            </a:pPr>
          </a:p>
        </p:txBody>
      </p:sp>
      <p:sp>
        <p:nvSpPr>
          <p:cNvPr id="96" name="Shape 96"/>
          <p:cNvSpPr/>
          <p:nvPr/>
        </p:nvSpPr>
        <p:spPr>
          <a:xfrm>
            <a:off x="7499474" y="5823148"/>
            <a:ext cx="2552452" cy="2673351"/>
          </a:xfrm>
          <a:prstGeom prst="roundRect">
            <a:avLst>
              <a:gd name="adj" fmla="val 14824"/>
            </a:avLst>
          </a:prstGeom>
          <a:ln w="25400">
            <a:solidFill>
              <a:srgbClr val="66635F"/>
            </a:solidFill>
            <a:miter lim="400000"/>
          </a:ln>
        </p:spPr>
        <p:txBody>
          <a:bodyPr lIns="50800" tIns="50800" rIns="50800" bIns="50800" anchor="ctr"/>
          <a:lstStyle/>
          <a:p>
            <a:pPr lvl="0">
              <a:defRPr sz="3200"/>
            </a:pPr>
          </a:p>
        </p:txBody>
      </p:sp>
      <p:sp>
        <p:nvSpPr>
          <p:cNvPr id="97" name="Shape 97"/>
          <p:cNvSpPr/>
          <p:nvPr/>
        </p:nvSpPr>
        <p:spPr>
          <a:xfrm>
            <a:off x="3111500" y="6578600"/>
            <a:ext cx="331660" cy="329152"/>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98" name="Shape 98"/>
          <p:cNvSpPr/>
          <p:nvPr/>
        </p:nvSpPr>
        <p:spPr>
          <a:xfrm>
            <a:off x="3492500" y="6578600"/>
            <a:ext cx="331660" cy="329152"/>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99" name="Shape 99"/>
          <p:cNvSpPr/>
          <p:nvPr/>
        </p:nvSpPr>
        <p:spPr>
          <a:xfrm>
            <a:off x="3873500" y="6578600"/>
            <a:ext cx="331660" cy="329152"/>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100" name="Shape 100"/>
          <p:cNvSpPr/>
          <p:nvPr/>
        </p:nvSpPr>
        <p:spPr>
          <a:xfrm>
            <a:off x="4254500" y="6578600"/>
            <a:ext cx="331660" cy="329152"/>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101" name="Shape 101"/>
          <p:cNvSpPr/>
          <p:nvPr/>
        </p:nvSpPr>
        <p:spPr>
          <a:xfrm>
            <a:off x="4635500" y="6578600"/>
            <a:ext cx="331660" cy="329152"/>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102" name="Shape 102"/>
          <p:cNvSpPr/>
          <p:nvPr/>
        </p:nvSpPr>
        <p:spPr>
          <a:xfrm>
            <a:off x="3111500" y="6995247"/>
            <a:ext cx="331660" cy="329153"/>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103" name="Shape 103"/>
          <p:cNvSpPr/>
          <p:nvPr/>
        </p:nvSpPr>
        <p:spPr>
          <a:xfrm>
            <a:off x="3492500" y="6995247"/>
            <a:ext cx="331660" cy="329153"/>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104" name="Shape 104"/>
          <p:cNvSpPr/>
          <p:nvPr/>
        </p:nvSpPr>
        <p:spPr>
          <a:xfrm>
            <a:off x="3873500" y="6995247"/>
            <a:ext cx="331660" cy="329153"/>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105" name="Shape 105"/>
          <p:cNvSpPr/>
          <p:nvPr/>
        </p:nvSpPr>
        <p:spPr>
          <a:xfrm>
            <a:off x="4254500" y="6995247"/>
            <a:ext cx="331660" cy="329153"/>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106" name="Shape 106"/>
          <p:cNvSpPr/>
          <p:nvPr/>
        </p:nvSpPr>
        <p:spPr>
          <a:xfrm>
            <a:off x="4635500" y="6995247"/>
            <a:ext cx="331660" cy="329153"/>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107" name="Shape 107"/>
          <p:cNvSpPr/>
          <p:nvPr/>
        </p:nvSpPr>
        <p:spPr>
          <a:xfrm>
            <a:off x="3111500" y="7411895"/>
            <a:ext cx="331660" cy="329152"/>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108" name="Shape 108"/>
          <p:cNvSpPr/>
          <p:nvPr/>
        </p:nvSpPr>
        <p:spPr>
          <a:xfrm>
            <a:off x="3492500" y="7411895"/>
            <a:ext cx="331660" cy="329152"/>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109" name="Shape 109"/>
          <p:cNvSpPr/>
          <p:nvPr/>
        </p:nvSpPr>
        <p:spPr>
          <a:xfrm>
            <a:off x="3873500" y="7411895"/>
            <a:ext cx="331660" cy="329152"/>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110" name="Shape 110"/>
          <p:cNvSpPr/>
          <p:nvPr/>
        </p:nvSpPr>
        <p:spPr>
          <a:xfrm>
            <a:off x="4254500" y="7411895"/>
            <a:ext cx="331660" cy="329152"/>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111" name="Shape 111"/>
          <p:cNvSpPr/>
          <p:nvPr/>
        </p:nvSpPr>
        <p:spPr>
          <a:xfrm>
            <a:off x="4635500" y="7411895"/>
            <a:ext cx="331660" cy="329152"/>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112" name="Shape 112"/>
          <p:cNvSpPr/>
          <p:nvPr/>
        </p:nvSpPr>
        <p:spPr>
          <a:xfrm>
            <a:off x="7721600" y="6159500"/>
            <a:ext cx="331660" cy="329152"/>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113" name="Shape 113"/>
          <p:cNvSpPr/>
          <p:nvPr/>
        </p:nvSpPr>
        <p:spPr>
          <a:xfrm>
            <a:off x="8356600" y="5918200"/>
            <a:ext cx="331660" cy="329152"/>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114" name="Shape 114"/>
          <p:cNvSpPr/>
          <p:nvPr/>
        </p:nvSpPr>
        <p:spPr>
          <a:xfrm>
            <a:off x="9105900" y="6261100"/>
            <a:ext cx="331660" cy="329152"/>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115" name="Shape 115"/>
          <p:cNvSpPr/>
          <p:nvPr/>
        </p:nvSpPr>
        <p:spPr>
          <a:xfrm>
            <a:off x="9702800" y="6858000"/>
            <a:ext cx="331660" cy="329152"/>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116" name="Shape 116"/>
          <p:cNvSpPr/>
          <p:nvPr/>
        </p:nvSpPr>
        <p:spPr>
          <a:xfrm>
            <a:off x="7620000" y="6858000"/>
            <a:ext cx="331660" cy="329152"/>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117" name="Shape 117"/>
          <p:cNvSpPr/>
          <p:nvPr/>
        </p:nvSpPr>
        <p:spPr>
          <a:xfrm>
            <a:off x="8140700" y="6578600"/>
            <a:ext cx="331660" cy="329152"/>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118" name="Shape 118"/>
          <p:cNvSpPr/>
          <p:nvPr/>
        </p:nvSpPr>
        <p:spPr>
          <a:xfrm>
            <a:off x="8712799" y="7293499"/>
            <a:ext cx="331660" cy="329152"/>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119" name="Shape 119"/>
          <p:cNvSpPr/>
          <p:nvPr/>
        </p:nvSpPr>
        <p:spPr>
          <a:xfrm>
            <a:off x="9246199" y="7110951"/>
            <a:ext cx="331661" cy="329152"/>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120" name="Shape 120"/>
          <p:cNvSpPr/>
          <p:nvPr/>
        </p:nvSpPr>
        <p:spPr>
          <a:xfrm>
            <a:off x="8014299" y="7225251"/>
            <a:ext cx="331661" cy="329152"/>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121" name="Shape 121"/>
          <p:cNvSpPr/>
          <p:nvPr/>
        </p:nvSpPr>
        <p:spPr>
          <a:xfrm>
            <a:off x="8331799" y="7741046"/>
            <a:ext cx="331660" cy="329153"/>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122" name="Shape 122"/>
          <p:cNvSpPr/>
          <p:nvPr/>
        </p:nvSpPr>
        <p:spPr>
          <a:xfrm>
            <a:off x="7569799" y="7741046"/>
            <a:ext cx="331660" cy="329153"/>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123" name="Shape 123"/>
          <p:cNvSpPr/>
          <p:nvPr/>
        </p:nvSpPr>
        <p:spPr>
          <a:xfrm>
            <a:off x="8852499" y="8122046"/>
            <a:ext cx="331661" cy="329153"/>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124" name="Shape 124"/>
          <p:cNvSpPr/>
          <p:nvPr/>
        </p:nvSpPr>
        <p:spPr>
          <a:xfrm>
            <a:off x="9385899" y="7741046"/>
            <a:ext cx="331661" cy="329153"/>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125" name="Shape 125"/>
          <p:cNvSpPr/>
          <p:nvPr/>
        </p:nvSpPr>
        <p:spPr>
          <a:xfrm>
            <a:off x="9703399" y="7448946"/>
            <a:ext cx="331661" cy="329153"/>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a:miter lim="400000"/>
          </a:ln>
        </p:spPr>
        <p:txBody>
          <a:bodyPr lIns="0" tIns="0" rIns="0" bIns="0" anchor="ctr"/>
          <a:lstStyle/>
          <a:p>
            <a:pPr lvl="0">
              <a:defRPr sz="3200">
                <a:solidFill>
                  <a:srgbClr val="FFFFFF"/>
                </a:solidFill>
                <a:effectLst>
                  <a:outerShdw sx="100000" sy="100000" kx="0" ky="0" algn="b" rotWithShape="0" blurRad="25400" dist="33948" dir="2700000">
                    <a:srgbClr val="3B3936"/>
                  </a:outerShdw>
                </a:effectLst>
              </a:defRPr>
            </a:pPr>
          </a:p>
        </p:txBody>
      </p:sp>
      <p:sp>
        <p:nvSpPr>
          <p:cNvPr id="126" name="Shape 126"/>
          <p:cNvSpPr/>
          <p:nvPr/>
        </p:nvSpPr>
        <p:spPr>
          <a:xfrm>
            <a:off x="5709679" y="7159823"/>
            <a:ext cx="1270001" cy="1"/>
          </a:xfrm>
          <a:prstGeom prst="line">
            <a:avLst/>
          </a:prstGeom>
          <a:ln w="63500">
            <a:solidFill/>
            <a:miter lim="400000"/>
            <a:tailEnd type="triangle"/>
          </a:ln>
        </p:spPr>
        <p:txBody>
          <a:bodyPr lIns="0" tIns="0" rIns="0" bIns="0" anchor="ctr"/>
          <a:lstStyle/>
          <a:p>
            <a:pPr lvl="0">
              <a:defRPr sz="3200"/>
            </a:pPr>
          </a:p>
        </p:txBody>
      </p:sp>
    </p:spTree>
  </p:cSld>
  <p:clrMapOvr>
    <a:masterClrMapping/>
  </p:clrMapOvr>
  <p:transition spd="med" advClick="1"/>
</p:sld>
</file>

<file path=ppt/slides/slide1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28" name="Shape 128"/>
          <p:cNvSpPr/>
          <p:nvPr>
            <p:ph type="title"/>
          </p:nvPr>
        </p:nvSpPr>
        <p:spPr>
          <a:prstGeom prst="rect">
            <a:avLst/>
          </a:prstGeom>
        </p:spPr>
        <p:txBody>
          <a:bodyPr/>
          <a:lstStyle>
            <a:lvl1pPr defTabSz="560831">
              <a:spcBef>
                <a:spcPts val="1500"/>
              </a:spcBef>
              <a:defRPr sz="6719"/>
            </a:lvl1pPr>
          </a:lstStyle>
          <a:p>
            <a:pPr lvl="0">
              <a:defRPr sz="1800">
                <a:solidFill>
                  <a:srgbClr val="000000"/>
                </a:solidFill>
              </a:defRPr>
            </a:pPr>
            <a:r>
              <a:rPr sz="6719">
                <a:solidFill>
                  <a:srgbClr val="D93E2B"/>
                </a:solidFill>
              </a:rPr>
              <a:t>The Second Law of Thermodynamics</a:t>
            </a:r>
          </a:p>
        </p:txBody>
      </p:sp>
      <p:sp>
        <p:nvSpPr>
          <p:cNvPr id="129" name="Shape 129"/>
          <p:cNvSpPr/>
          <p:nvPr>
            <p:ph type="body" idx="1"/>
          </p:nvPr>
        </p:nvSpPr>
        <p:spPr>
          <a:prstGeom prst="rect">
            <a:avLst/>
          </a:prstGeom>
        </p:spPr>
        <p:txBody>
          <a:bodyPr/>
          <a:lstStyle/>
          <a:p>
            <a:pPr lvl="0">
              <a:defRPr sz="1800">
                <a:solidFill>
                  <a:srgbClr val="000000"/>
                </a:solidFill>
              </a:defRPr>
            </a:pPr>
            <a:r>
              <a:rPr sz="3600">
                <a:solidFill>
                  <a:srgbClr val="414141"/>
                </a:solidFill>
              </a:rPr>
              <a:t>The more </a:t>
            </a:r>
            <a:r>
              <a:rPr sz="3600" u="sng">
                <a:solidFill>
                  <a:srgbClr val="414141"/>
                </a:solidFill>
              </a:rPr>
              <a:t>heat</a:t>
            </a:r>
            <a:r>
              <a:rPr sz="3600">
                <a:solidFill>
                  <a:srgbClr val="414141"/>
                </a:solidFill>
              </a:rPr>
              <a:t> or </a:t>
            </a:r>
            <a:r>
              <a:rPr sz="3600" u="sng">
                <a:solidFill>
                  <a:srgbClr val="414141"/>
                </a:solidFill>
              </a:rPr>
              <a:t>thermal energy</a:t>
            </a:r>
            <a:r>
              <a:rPr sz="3600">
                <a:solidFill>
                  <a:srgbClr val="414141"/>
                </a:solidFill>
              </a:rPr>
              <a:t> supplied, the </a:t>
            </a:r>
            <a:r>
              <a:rPr sz="3600" u="sng">
                <a:solidFill>
                  <a:srgbClr val="414141"/>
                </a:solidFill>
              </a:rPr>
              <a:t>higher</a:t>
            </a:r>
            <a:r>
              <a:rPr sz="3600">
                <a:solidFill>
                  <a:srgbClr val="414141"/>
                </a:solidFill>
              </a:rPr>
              <a:t> the entropy. It seems like the change in entropy is </a:t>
            </a:r>
            <a:r>
              <a:rPr sz="3600" u="sng">
                <a:solidFill>
                  <a:srgbClr val="414141"/>
                </a:solidFill>
              </a:rPr>
              <a:t>directly</a:t>
            </a:r>
            <a:r>
              <a:rPr sz="3600">
                <a:solidFill>
                  <a:srgbClr val="414141"/>
                </a:solidFill>
              </a:rPr>
              <a:t> proportional to the </a:t>
            </a:r>
            <a:r>
              <a:rPr sz="3600" u="sng">
                <a:solidFill>
                  <a:srgbClr val="414141"/>
                </a:solidFill>
              </a:rPr>
              <a:t>heat</a:t>
            </a:r>
            <a:r>
              <a:rPr sz="3600">
                <a:solidFill>
                  <a:srgbClr val="414141"/>
                </a:solidFill>
              </a:rPr>
              <a:t> supplied. </a:t>
            </a:r>
          </a:p>
        </p:txBody>
      </p:sp>
    </p:spTree>
  </p:cSld>
  <p:clrMapOvr>
    <a:masterClrMapping/>
  </p:clrMapOvr>
  <p:transition spd="med" advClick="1"/>
</p:sld>
</file>

<file path=ppt/slides/slide1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31" name="Shape 131"/>
          <p:cNvSpPr/>
          <p:nvPr>
            <p:ph type="title"/>
          </p:nvPr>
        </p:nvSpPr>
        <p:spPr>
          <a:prstGeom prst="rect">
            <a:avLst/>
          </a:prstGeom>
        </p:spPr>
        <p:txBody>
          <a:bodyPr/>
          <a:lstStyle>
            <a:lvl1pPr defTabSz="560831">
              <a:spcBef>
                <a:spcPts val="1500"/>
              </a:spcBef>
              <a:defRPr sz="6719"/>
            </a:lvl1pPr>
          </a:lstStyle>
          <a:p>
            <a:pPr lvl="0">
              <a:defRPr sz="1800">
                <a:solidFill>
                  <a:srgbClr val="000000"/>
                </a:solidFill>
              </a:defRPr>
            </a:pPr>
            <a:r>
              <a:rPr sz="6719">
                <a:solidFill>
                  <a:srgbClr val="D93E2B"/>
                </a:solidFill>
              </a:rPr>
              <a:t>The Second Law of Thermodynamics</a:t>
            </a:r>
          </a:p>
        </p:txBody>
      </p:sp>
      <p:grpSp>
        <p:nvGrpSpPr>
          <p:cNvPr id="196" name="Group 196"/>
          <p:cNvGrpSpPr/>
          <p:nvPr/>
        </p:nvGrpSpPr>
        <p:grpSpPr>
          <a:xfrm>
            <a:off x="1016000" y="2692400"/>
            <a:ext cx="2711302" cy="2726184"/>
            <a:chOff x="0" y="0"/>
            <a:chExt cx="2711301" cy="2726183"/>
          </a:xfrm>
        </p:grpSpPr>
        <p:sp>
          <p:nvSpPr>
            <p:cNvPr id="132" name="Shape 132"/>
            <p:cNvSpPr/>
            <p:nvPr/>
          </p:nvSpPr>
          <p:spPr>
            <a:xfrm>
              <a:off x="0" y="0"/>
              <a:ext cx="2711302" cy="2726184"/>
            </a:xfrm>
            <a:prstGeom prst="roundRect">
              <a:avLst>
                <a:gd name="adj" fmla="val 15000"/>
              </a:avLst>
            </a:prstGeom>
            <a:noFill/>
            <a:ln w="25400" cap="flat">
              <a:solidFill>
                <a:srgbClr val="66635F"/>
              </a:solidFill>
              <a:prstDash val="solid"/>
              <a:miter lim="400000"/>
            </a:ln>
            <a:effectLst/>
          </p:spPr>
          <p:txBody>
            <a:bodyPr wrap="square" lIns="50800" tIns="50800" rIns="50800" bIns="50800" numCol="1" anchor="ctr">
              <a:noAutofit/>
            </a:bodyPr>
            <a:lstStyle/>
            <a:p>
              <a:pPr lvl="0">
                <a:defRPr sz="3200"/>
              </a:pPr>
            </a:p>
          </p:txBody>
        </p:sp>
        <p:grpSp>
          <p:nvGrpSpPr>
            <p:cNvPr id="141" name="Group 141"/>
            <p:cNvGrpSpPr/>
            <p:nvPr/>
          </p:nvGrpSpPr>
          <p:grpSpPr>
            <a:xfrm>
              <a:off x="85650" y="284100"/>
              <a:ext cx="2540001" cy="317501"/>
              <a:chOff x="0" y="0"/>
              <a:chExt cx="2539999" cy="317500"/>
            </a:xfrm>
          </p:grpSpPr>
          <p:sp>
            <p:nvSpPr>
              <p:cNvPr id="133" name="Shape 133"/>
              <p:cNvSpPr/>
              <p:nvPr/>
            </p:nvSpPr>
            <p:spPr>
              <a:xfrm>
                <a:off x="0" y="0"/>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34" name="Shape 134"/>
              <p:cNvSpPr/>
              <p:nvPr/>
            </p:nvSpPr>
            <p:spPr>
              <a:xfrm>
                <a:off x="317499" y="0"/>
                <a:ext cx="317501"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35" name="Shape 135"/>
              <p:cNvSpPr/>
              <p:nvPr/>
            </p:nvSpPr>
            <p:spPr>
              <a:xfrm>
                <a:off x="634999" y="0"/>
                <a:ext cx="317501"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36" name="Shape 136"/>
              <p:cNvSpPr/>
              <p:nvPr/>
            </p:nvSpPr>
            <p:spPr>
              <a:xfrm>
                <a:off x="952499" y="0"/>
                <a:ext cx="317501"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37" name="Shape 137"/>
              <p:cNvSpPr/>
              <p:nvPr/>
            </p:nvSpPr>
            <p:spPr>
              <a:xfrm>
                <a:off x="1269999" y="0"/>
                <a:ext cx="317501"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38" name="Shape 138"/>
              <p:cNvSpPr/>
              <p:nvPr/>
            </p:nvSpPr>
            <p:spPr>
              <a:xfrm>
                <a:off x="1587499" y="0"/>
                <a:ext cx="317501"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39" name="Shape 139"/>
              <p:cNvSpPr/>
              <p:nvPr/>
            </p:nvSpPr>
            <p:spPr>
              <a:xfrm>
                <a:off x="1904999" y="0"/>
                <a:ext cx="317501"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40" name="Shape 140"/>
              <p:cNvSpPr/>
              <p:nvPr/>
            </p:nvSpPr>
            <p:spPr>
              <a:xfrm>
                <a:off x="2222499" y="0"/>
                <a:ext cx="317501"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grpSp>
        <p:grpSp>
          <p:nvGrpSpPr>
            <p:cNvPr id="150" name="Group 150"/>
            <p:cNvGrpSpPr/>
            <p:nvPr/>
          </p:nvGrpSpPr>
          <p:grpSpPr>
            <a:xfrm>
              <a:off x="85650" y="601600"/>
              <a:ext cx="2540001" cy="317501"/>
              <a:chOff x="0" y="0"/>
              <a:chExt cx="2540000" cy="317500"/>
            </a:xfrm>
          </p:grpSpPr>
          <p:sp>
            <p:nvSpPr>
              <p:cNvPr id="142" name="Shape 142"/>
              <p:cNvSpPr/>
              <p:nvPr/>
            </p:nvSpPr>
            <p:spPr>
              <a:xfrm>
                <a:off x="0" y="0"/>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43" name="Shape 143"/>
              <p:cNvSpPr/>
              <p:nvPr/>
            </p:nvSpPr>
            <p:spPr>
              <a:xfrm>
                <a:off x="3175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44" name="Shape 144"/>
              <p:cNvSpPr/>
              <p:nvPr/>
            </p:nvSpPr>
            <p:spPr>
              <a:xfrm>
                <a:off x="6350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45" name="Shape 145"/>
              <p:cNvSpPr/>
              <p:nvPr/>
            </p:nvSpPr>
            <p:spPr>
              <a:xfrm>
                <a:off x="9525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46" name="Shape 146"/>
              <p:cNvSpPr/>
              <p:nvPr/>
            </p:nvSpPr>
            <p:spPr>
              <a:xfrm>
                <a:off x="12700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47" name="Shape 147"/>
              <p:cNvSpPr/>
              <p:nvPr/>
            </p:nvSpPr>
            <p:spPr>
              <a:xfrm>
                <a:off x="15875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48" name="Shape 148"/>
              <p:cNvSpPr/>
              <p:nvPr/>
            </p:nvSpPr>
            <p:spPr>
              <a:xfrm>
                <a:off x="19050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49" name="Shape 149"/>
              <p:cNvSpPr/>
              <p:nvPr/>
            </p:nvSpPr>
            <p:spPr>
              <a:xfrm>
                <a:off x="22225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grpSp>
        <p:grpSp>
          <p:nvGrpSpPr>
            <p:cNvPr id="159" name="Group 159"/>
            <p:cNvGrpSpPr/>
            <p:nvPr/>
          </p:nvGrpSpPr>
          <p:grpSpPr>
            <a:xfrm>
              <a:off x="85650" y="919100"/>
              <a:ext cx="2540001" cy="317501"/>
              <a:chOff x="0" y="0"/>
              <a:chExt cx="2540000" cy="317500"/>
            </a:xfrm>
          </p:grpSpPr>
          <p:sp>
            <p:nvSpPr>
              <p:cNvPr id="151" name="Shape 151"/>
              <p:cNvSpPr/>
              <p:nvPr/>
            </p:nvSpPr>
            <p:spPr>
              <a:xfrm>
                <a:off x="0" y="0"/>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52" name="Shape 152"/>
              <p:cNvSpPr/>
              <p:nvPr/>
            </p:nvSpPr>
            <p:spPr>
              <a:xfrm>
                <a:off x="3175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53" name="Shape 153"/>
              <p:cNvSpPr/>
              <p:nvPr/>
            </p:nvSpPr>
            <p:spPr>
              <a:xfrm>
                <a:off x="6350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54" name="Shape 154"/>
              <p:cNvSpPr/>
              <p:nvPr/>
            </p:nvSpPr>
            <p:spPr>
              <a:xfrm>
                <a:off x="9525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55" name="Shape 155"/>
              <p:cNvSpPr/>
              <p:nvPr/>
            </p:nvSpPr>
            <p:spPr>
              <a:xfrm>
                <a:off x="12700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56" name="Shape 156"/>
              <p:cNvSpPr/>
              <p:nvPr/>
            </p:nvSpPr>
            <p:spPr>
              <a:xfrm>
                <a:off x="15875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57" name="Shape 157"/>
              <p:cNvSpPr/>
              <p:nvPr/>
            </p:nvSpPr>
            <p:spPr>
              <a:xfrm>
                <a:off x="19050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58" name="Shape 158"/>
              <p:cNvSpPr/>
              <p:nvPr/>
            </p:nvSpPr>
            <p:spPr>
              <a:xfrm>
                <a:off x="22225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grpSp>
        <p:grpSp>
          <p:nvGrpSpPr>
            <p:cNvPr id="168" name="Group 168"/>
            <p:cNvGrpSpPr/>
            <p:nvPr/>
          </p:nvGrpSpPr>
          <p:grpSpPr>
            <a:xfrm>
              <a:off x="85650" y="1236600"/>
              <a:ext cx="2540001" cy="317501"/>
              <a:chOff x="0" y="0"/>
              <a:chExt cx="2540000" cy="317500"/>
            </a:xfrm>
          </p:grpSpPr>
          <p:sp>
            <p:nvSpPr>
              <p:cNvPr id="160" name="Shape 160"/>
              <p:cNvSpPr/>
              <p:nvPr/>
            </p:nvSpPr>
            <p:spPr>
              <a:xfrm>
                <a:off x="0" y="0"/>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61" name="Shape 161"/>
              <p:cNvSpPr/>
              <p:nvPr/>
            </p:nvSpPr>
            <p:spPr>
              <a:xfrm>
                <a:off x="3175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62" name="Shape 162"/>
              <p:cNvSpPr/>
              <p:nvPr/>
            </p:nvSpPr>
            <p:spPr>
              <a:xfrm>
                <a:off x="6350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63" name="Shape 163"/>
              <p:cNvSpPr/>
              <p:nvPr/>
            </p:nvSpPr>
            <p:spPr>
              <a:xfrm>
                <a:off x="9525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64" name="Shape 164"/>
              <p:cNvSpPr/>
              <p:nvPr/>
            </p:nvSpPr>
            <p:spPr>
              <a:xfrm>
                <a:off x="12700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65" name="Shape 165"/>
              <p:cNvSpPr/>
              <p:nvPr/>
            </p:nvSpPr>
            <p:spPr>
              <a:xfrm>
                <a:off x="15875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66" name="Shape 166"/>
              <p:cNvSpPr/>
              <p:nvPr/>
            </p:nvSpPr>
            <p:spPr>
              <a:xfrm>
                <a:off x="19050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67" name="Shape 167"/>
              <p:cNvSpPr/>
              <p:nvPr/>
            </p:nvSpPr>
            <p:spPr>
              <a:xfrm>
                <a:off x="22225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grpSp>
        <p:grpSp>
          <p:nvGrpSpPr>
            <p:cNvPr id="177" name="Group 177"/>
            <p:cNvGrpSpPr/>
            <p:nvPr/>
          </p:nvGrpSpPr>
          <p:grpSpPr>
            <a:xfrm>
              <a:off x="85650" y="1551942"/>
              <a:ext cx="2540001" cy="317501"/>
              <a:chOff x="0" y="0"/>
              <a:chExt cx="2540000" cy="317500"/>
            </a:xfrm>
          </p:grpSpPr>
          <p:sp>
            <p:nvSpPr>
              <p:cNvPr id="169" name="Shape 169"/>
              <p:cNvSpPr/>
              <p:nvPr/>
            </p:nvSpPr>
            <p:spPr>
              <a:xfrm>
                <a:off x="0" y="0"/>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70" name="Shape 170"/>
              <p:cNvSpPr/>
              <p:nvPr/>
            </p:nvSpPr>
            <p:spPr>
              <a:xfrm>
                <a:off x="3175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71" name="Shape 171"/>
              <p:cNvSpPr/>
              <p:nvPr/>
            </p:nvSpPr>
            <p:spPr>
              <a:xfrm>
                <a:off x="6350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72" name="Shape 172"/>
              <p:cNvSpPr/>
              <p:nvPr/>
            </p:nvSpPr>
            <p:spPr>
              <a:xfrm>
                <a:off x="9525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73" name="Shape 173"/>
              <p:cNvSpPr/>
              <p:nvPr/>
            </p:nvSpPr>
            <p:spPr>
              <a:xfrm>
                <a:off x="12700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74" name="Shape 174"/>
              <p:cNvSpPr/>
              <p:nvPr/>
            </p:nvSpPr>
            <p:spPr>
              <a:xfrm>
                <a:off x="15875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75" name="Shape 175"/>
              <p:cNvSpPr/>
              <p:nvPr/>
            </p:nvSpPr>
            <p:spPr>
              <a:xfrm>
                <a:off x="19050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76" name="Shape 176"/>
              <p:cNvSpPr/>
              <p:nvPr/>
            </p:nvSpPr>
            <p:spPr>
              <a:xfrm>
                <a:off x="22225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grpSp>
        <p:grpSp>
          <p:nvGrpSpPr>
            <p:cNvPr id="186" name="Group 186"/>
            <p:cNvGrpSpPr/>
            <p:nvPr/>
          </p:nvGrpSpPr>
          <p:grpSpPr>
            <a:xfrm>
              <a:off x="85650" y="1873758"/>
              <a:ext cx="2540001" cy="317501"/>
              <a:chOff x="0" y="0"/>
              <a:chExt cx="2540000" cy="317500"/>
            </a:xfrm>
          </p:grpSpPr>
          <p:sp>
            <p:nvSpPr>
              <p:cNvPr id="178" name="Shape 178"/>
              <p:cNvSpPr/>
              <p:nvPr/>
            </p:nvSpPr>
            <p:spPr>
              <a:xfrm>
                <a:off x="0" y="0"/>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79" name="Shape 179"/>
              <p:cNvSpPr/>
              <p:nvPr/>
            </p:nvSpPr>
            <p:spPr>
              <a:xfrm>
                <a:off x="3175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80" name="Shape 180"/>
              <p:cNvSpPr/>
              <p:nvPr/>
            </p:nvSpPr>
            <p:spPr>
              <a:xfrm>
                <a:off x="6350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81" name="Shape 181"/>
              <p:cNvSpPr/>
              <p:nvPr/>
            </p:nvSpPr>
            <p:spPr>
              <a:xfrm>
                <a:off x="9525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82" name="Shape 182"/>
              <p:cNvSpPr/>
              <p:nvPr/>
            </p:nvSpPr>
            <p:spPr>
              <a:xfrm>
                <a:off x="12700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83" name="Shape 183"/>
              <p:cNvSpPr/>
              <p:nvPr/>
            </p:nvSpPr>
            <p:spPr>
              <a:xfrm>
                <a:off x="15875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84" name="Shape 184"/>
              <p:cNvSpPr/>
              <p:nvPr/>
            </p:nvSpPr>
            <p:spPr>
              <a:xfrm>
                <a:off x="19050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85" name="Shape 185"/>
              <p:cNvSpPr/>
              <p:nvPr/>
            </p:nvSpPr>
            <p:spPr>
              <a:xfrm>
                <a:off x="22225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grpSp>
        <p:grpSp>
          <p:nvGrpSpPr>
            <p:cNvPr id="195" name="Group 195"/>
            <p:cNvGrpSpPr/>
            <p:nvPr/>
          </p:nvGrpSpPr>
          <p:grpSpPr>
            <a:xfrm>
              <a:off x="88900" y="2202308"/>
              <a:ext cx="2540000" cy="317501"/>
              <a:chOff x="0" y="0"/>
              <a:chExt cx="2540000" cy="317500"/>
            </a:xfrm>
          </p:grpSpPr>
          <p:sp>
            <p:nvSpPr>
              <p:cNvPr id="187" name="Shape 187"/>
              <p:cNvSpPr/>
              <p:nvPr/>
            </p:nvSpPr>
            <p:spPr>
              <a:xfrm>
                <a:off x="0" y="0"/>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88" name="Shape 188"/>
              <p:cNvSpPr/>
              <p:nvPr/>
            </p:nvSpPr>
            <p:spPr>
              <a:xfrm>
                <a:off x="3175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89" name="Shape 189"/>
              <p:cNvSpPr/>
              <p:nvPr/>
            </p:nvSpPr>
            <p:spPr>
              <a:xfrm>
                <a:off x="6350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90" name="Shape 190"/>
              <p:cNvSpPr/>
              <p:nvPr/>
            </p:nvSpPr>
            <p:spPr>
              <a:xfrm>
                <a:off x="9525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91" name="Shape 191"/>
              <p:cNvSpPr/>
              <p:nvPr/>
            </p:nvSpPr>
            <p:spPr>
              <a:xfrm>
                <a:off x="12700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92" name="Shape 192"/>
              <p:cNvSpPr/>
              <p:nvPr/>
            </p:nvSpPr>
            <p:spPr>
              <a:xfrm>
                <a:off x="15875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93" name="Shape 193"/>
              <p:cNvSpPr/>
              <p:nvPr/>
            </p:nvSpPr>
            <p:spPr>
              <a:xfrm>
                <a:off x="19050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94" name="Shape 194"/>
              <p:cNvSpPr/>
              <p:nvPr/>
            </p:nvSpPr>
            <p:spPr>
              <a:xfrm>
                <a:off x="222250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grpSp>
      </p:grpSp>
      <p:grpSp>
        <p:nvGrpSpPr>
          <p:cNvPr id="205" name="Group 205"/>
          <p:cNvGrpSpPr/>
          <p:nvPr/>
        </p:nvGrpSpPr>
        <p:grpSpPr>
          <a:xfrm>
            <a:off x="8597900" y="2692400"/>
            <a:ext cx="2711302" cy="2726184"/>
            <a:chOff x="0" y="0"/>
            <a:chExt cx="2711301" cy="2726183"/>
          </a:xfrm>
        </p:grpSpPr>
        <p:sp>
          <p:nvSpPr>
            <p:cNvPr id="197" name="Shape 197"/>
            <p:cNvSpPr/>
            <p:nvPr/>
          </p:nvSpPr>
          <p:spPr>
            <a:xfrm>
              <a:off x="0" y="0"/>
              <a:ext cx="2711302" cy="2726184"/>
            </a:xfrm>
            <a:prstGeom prst="roundRect">
              <a:avLst>
                <a:gd name="adj" fmla="val 15000"/>
              </a:avLst>
            </a:prstGeom>
            <a:noFill/>
            <a:ln w="25400" cap="flat">
              <a:solidFill>
                <a:srgbClr val="66635F"/>
              </a:solidFill>
              <a:prstDash val="solid"/>
              <a:miter lim="400000"/>
            </a:ln>
            <a:effectLst/>
          </p:spPr>
          <p:txBody>
            <a:bodyPr wrap="square" lIns="50800" tIns="50800" rIns="50800" bIns="50800" numCol="1" anchor="ctr">
              <a:noAutofit/>
            </a:bodyPr>
            <a:lstStyle/>
            <a:p>
              <a:pPr lvl="0">
                <a:defRPr sz="3200"/>
              </a:pPr>
            </a:p>
          </p:txBody>
        </p:sp>
        <p:sp>
          <p:nvSpPr>
            <p:cNvPr id="198" name="Shape 198"/>
            <p:cNvSpPr/>
            <p:nvPr/>
          </p:nvSpPr>
          <p:spPr>
            <a:xfrm>
              <a:off x="698500" y="1204341"/>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199" name="Shape 199"/>
            <p:cNvSpPr/>
            <p:nvPr/>
          </p:nvSpPr>
          <p:spPr>
            <a:xfrm>
              <a:off x="228600" y="281750"/>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00" name="Shape 200"/>
            <p:cNvSpPr/>
            <p:nvPr/>
          </p:nvSpPr>
          <p:spPr>
            <a:xfrm>
              <a:off x="1981200" y="605854"/>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01" name="Shape 201"/>
            <p:cNvSpPr/>
            <p:nvPr/>
          </p:nvSpPr>
          <p:spPr>
            <a:xfrm>
              <a:off x="2286000" y="1921067"/>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02" name="Shape 202"/>
            <p:cNvSpPr/>
            <p:nvPr/>
          </p:nvSpPr>
          <p:spPr>
            <a:xfrm>
              <a:off x="88900" y="1877125"/>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03" name="Shape 203"/>
            <p:cNvSpPr/>
            <p:nvPr/>
          </p:nvSpPr>
          <p:spPr>
            <a:xfrm>
              <a:off x="1346200" y="149925"/>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04" name="Shape 204"/>
            <p:cNvSpPr/>
            <p:nvPr/>
          </p:nvSpPr>
          <p:spPr>
            <a:xfrm>
              <a:off x="1511300" y="2314767"/>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grpSp>
      <p:grpSp>
        <p:nvGrpSpPr>
          <p:cNvPr id="214" name="Group 214"/>
          <p:cNvGrpSpPr/>
          <p:nvPr/>
        </p:nvGrpSpPr>
        <p:grpSpPr>
          <a:xfrm>
            <a:off x="8597900" y="5945633"/>
            <a:ext cx="2711302" cy="2726185"/>
            <a:chOff x="0" y="0"/>
            <a:chExt cx="2711301" cy="2726183"/>
          </a:xfrm>
        </p:grpSpPr>
        <p:sp>
          <p:nvSpPr>
            <p:cNvPr id="206" name="Shape 206"/>
            <p:cNvSpPr/>
            <p:nvPr/>
          </p:nvSpPr>
          <p:spPr>
            <a:xfrm flipH="1">
              <a:off x="0" y="0"/>
              <a:ext cx="2711302" cy="2726184"/>
            </a:xfrm>
            <a:prstGeom prst="roundRect">
              <a:avLst>
                <a:gd name="adj" fmla="val 15000"/>
              </a:avLst>
            </a:prstGeom>
            <a:noFill/>
            <a:ln w="25400" cap="flat">
              <a:solidFill>
                <a:srgbClr val="66635F"/>
              </a:solidFill>
              <a:prstDash val="solid"/>
              <a:miter lim="400000"/>
            </a:ln>
            <a:effectLst/>
          </p:spPr>
          <p:txBody>
            <a:bodyPr wrap="square" lIns="50800" tIns="50800" rIns="50800" bIns="50800" numCol="1" anchor="ctr">
              <a:noAutofit/>
            </a:bodyPr>
            <a:lstStyle/>
            <a:p>
              <a:pPr lvl="0">
                <a:defRPr sz="3200"/>
              </a:pPr>
            </a:p>
          </p:txBody>
        </p:sp>
        <p:sp>
          <p:nvSpPr>
            <p:cNvPr id="207" name="Shape 207"/>
            <p:cNvSpPr/>
            <p:nvPr/>
          </p:nvSpPr>
          <p:spPr>
            <a:xfrm flipH="1">
              <a:off x="1695301" y="1204341"/>
              <a:ext cx="317501"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08" name="Shape 208"/>
            <p:cNvSpPr/>
            <p:nvPr/>
          </p:nvSpPr>
          <p:spPr>
            <a:xfrm flipH="1">
              <a:off x="2165201" y="281750"/>
              <a:ext cx="317501"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09" name="Shape 209"/>
            <p:cNvSpPr/>
            <p:nvPr/>
          </p:nvSpPr>
          <p:spPr>
            <a:xfrm flipH="1">
              <a:off x="412601" y="605854"/>
              <a:ext cx="317501"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10" name="Shape 210"/>
            <p:cNvSpPr/>
            <p:nvPr/>
          </p:nvSpPr>
          <p:spPr>
            <a:xfrm flipH="1">
              <a:off x="107801" y="1921067"/>
              <a:ext cx="317501"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11" name="Shape 211"/>
            <p:cNvSpPr/>
            <p:nvPr/>
          </p:nvSpPr>
          <p:spPr>
            <a:xfrm flipH="1">
              <a:off x="2304901" y="1877125"/>
              <a:ext cx="317501"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12" name="Shape 212"/>
            <p:cNvSpPr/>
            <p:nvPr/>
          </p:nvSpPr>
          <p:spPr>
            <a:xfrm flipH="1">
              <a:off x="1047601" y="149925"/>
              <a:ext cx="317501"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13" name="Shape 213"/>
            <p:cNvSpPr/>
            <p:nvPr/>
          </p:nvSpPr>
          <p:spPr>
            <a:xfrm>
              <a:off x="838200" y="1703133"/>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grpSp>
      <p:grpSp>
        <p:nvGrpSpPr>
          <p:cNvPr id="279" name="Group 279"/>
          <p:cNvGrpSpPr/>
          <p:nvPr/>
        </p:nvGrpSpPr>
        <p:grpSpPr>
          <a:xfrm>
            <a:off x="1016000" y="5945633"/>
            <a:ext cx="2711302" cy="2726185"/>
            <a:chOff x="0" y="0"/>
            <a:chExt cx="2711301" cy="2726183"/>
          </a:xfrm>
        </p:grpSpPr>
        <p:sp>
          <p:nvSpPr>
            <p:cNvPr id="215" name="Shape 215"/>
            <p:cNvSpPr/>
            <p:nvPr/>
          </p:nvSpPr>
          <p:spPr>
            <a:xfrm>
              <a:off x="0" y="0"/>
              <a:ext cx="2711302" cy="2726184"/>
            </a:xfrm>
            <a:prstGeom prst="roundRect">
              <a:avLst>
                <a:gd name="adj" fmla="val 15000"/>
              </a:avLst>
            </a:prstGeom>
            <a:noFill/>
            <a:ln w="25400" cap="flat">
              <a:solidFill>
                <a:srgbClr val="66635F"/>
              </a:solidFill>
              <a:prstDash val="solid"/>
              <a:miter lim="400000"/>
            </a:ln>
            <a:effectLst/>
          </p:spPr>
          <p:txBody>
            <a:bodyPr wrap="square" lIns="50800" tIns="50800" rIns="50800" bIns="50800" numCol="1" anchor="ctr">
              <a:noAutofit/>
            </a:bodyPr>
            <a:lstStyle/>
            <a:p>
              <a:pPr lvl="0">
                <a:defRPr sz="3200"/>
              </a:pPr>
            </a:p>
          </p:txBody>
        </p:sp>
        <p:sp>
          <p:nvSpPr>
            <p:cNvPr id="216" name="Shape 216"/>
            <p:cNvSpPr/>
            <p:nvPr/>
          </p:nvSpPr>
          <p:spPr>
            <a:xfrm>
              <a:off x="1036525" y="143637"/>
              <a:ext cx="317501"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17" name="Shape 217"/>
            <p:cNvSpPr/>
            <p:nvPr/>
          </p:nvSpPr>
          <p:spPr>
            <a:xfrm>
              <a:off x="1036525" y="499364"/>
              <a:ext cx="317501"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18" name="Shape 218"/>
            <p:cNvSpPr/>
            <p:nvPr/>
          </p:nvSpPr>
          <p:spPr>
            <a:xfrm>
              <a:off x="1036525" y="847408"/>
              <a:ext cx="317501"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19" name="Shape 219"/>
            <p:cNvSpPr/>
            <p:nvPr/>
          </p:nvSpPr>
          <p:spPr>
            <a:xfrm>
              <a:off x="1036525" y="1197737"/>
              <a:ext cx="317501"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20" name="Shape 220"/>
            <p:cNvSpPr/>
            <p:nvPr/>
          </p:nvSpPr>
          <p:spPr>
            <a:xfrm>
              <a:off x="1036525" y="1547241"/>
              <a:ext cx="317501"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21" name="Shape 221"/>
            <p:cNvSpPr/>
            <p:nvPr/>
          </p:nvSpPr>
          <p:spPr>
            <a:xfrm>
              <a:off x="1049225" y="1916782"/>
              <a:ext cx="317501"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grpSp>
          <p:nvGrpSpPr>
            <p:cNvPr id="229" name="Group 229"/>
            <p:cNvGrpSpPr/>
            <p:nvPr/>
          </p:nvGrpSpPr>
          <p:grpSpPr>
            <a:xfrm>
              <a:off x="33225" y="143637"/>
              <a:ext cx="331826" cy="2451610"/>
              <a:chOff x="0" y="0"/>
              <a:chExt cx="331824" cy="2451608"/>
            </a:xfrm>
          </p:grpSpPr>
          <p:sp>
            <p:nvSpPr>
              <p:cNvPr id="222" name="Shape 222"/>
              <p:cNvSpPr/>
              <p:nvPr/>
            </p:nvSpPr>
            <p:spPr>
              <a:xfrm>
                <a:off x="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23" name="Shape 223"/>
              <p:cNvSpPr/>
              <p:nvPr/>
            </p:nvSpPr>
            <p:spPr>
              <a:xfrm>
                <a:off x="0" y="35560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24" name="Shape 224"/>
              <p:cNvSpPr/>
              <p:nvPr/>
            </p:nvSpPr>
            <p:spPr>
              <a:xfrm>
                <a:off x="0" y="69850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25" name="Shape 225"/>
              <p:cNvSpPr/>
              <p:nvPr/>
            </p:nvSpPr>
            <p:spPr>
              <a:xfrm>
                <a:off x="0" y="106680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26" name="Shape 226"/>
              <p:cNvSpPr/>
              <p:nvPr/>
            </p:nvSpPr>
            <p:spPr>
              <a:xfrm>
                <a:off x="0" y="1407541"/>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27" name="Shape 227"/>
              <p:cNvSpPr/>
              <p:nvPr/>
            </p:nvSpPr>
            <p:spPr>
              <a:xfrm>
                <a:off x="12700" y="1781714"/>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28" name="Shape 228"/>
              <p:cNvSpPr/>
              <p:nvPr/>
            </p:nvSpPr>
            <p:spPr>
              <a:xfrm>
                <a:off x="14324" y="2134108"/>
                <a:ext cx="317501"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grpSp>
        <p:grpSp>
          <p:nvGrpSpPr>
            <p:cNvPr id="237" name="Group 237"/>
            <p:cNvGrpSpPr/>
            <p:nvPr/>
          </p:nvGrpSpPr>
          <p:grpSpPr>
            <a:xfrm>
              <a:off x="363425" y="143637"/>
              <a:ext cx="330201" cy="2451101"/>
              <a:chOff x="0" y="0"/>
              <a:chExt cx="330200" cy="2451100"/>
            </a:xfrm>
          </p:grpSpPr>
          <p:sp>
            <p:nvSpPr>
              <p:cNvPr id="230" name="Shape 230"/>
              <p:cNvSpPr/>
              <p:nvPr/>
            </p:nvSpPr>
            <p:spPr>
              <a:xfrm>
                <a:off x="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31" name="Shape 231"/>
              <p:cNvSpPr/>
              <p:nvPr/>
            </p:nvSpPr>
            <p:spPr>
              <a:xfrm>
                <a:off x="0" y="355727"/>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32" name="Shape 232"/>
              <p:cNvSpPr/>
              <p:nvPr/>
            </p:nvSpPr>
            <p:spPr>
              <a:xfrm>
                <a:off x="0" y="703770"/>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33" name="Shape 233"/>
              <p:cNvSpPr/>
              <p:nvPr/>
            </p:nvSpPr>
            <p:spPr>
              <a:xfrm>
                <a:off x="0" y="105410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34" name="Shape 234"/>
              <p:cNvSpPr/>
              <p:nvPr/>
            </p:nvSpPr>
            <p:spPr>
              <a:xfrm>
                <a:off x="0" y="1403604"/>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35" name="Shape 235"/>
              <p:cNvSpPr/>
              <p:nvPr/>
            </p:nvSpPr>
            <p:spPr>
              <a:xfrm>
                <a:off x="12700" y="1773144"/>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36" name="Shape 236"/>
              <p:cNvSpPr/>
              <p:nvPr/>
            </p:nvSpPr>
            <p:spPr>
              <a:xfrm>
                <a:off x="11075" y="2133600"/>
                <a:ext cx="317501"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grpSp>
        <p:grpSp>
          <p:nvGrpSpPr>
            <p:cNvPr id="245" name="Group 245"/>
            <p:cNvGrpSpPr/>
            <p:nvPr/>
          </p:nvGrpSpPr>
          <p:grpSpPr>
            <a:xfrm>
              <a:off x="693625" y="143637"/>
              <a:ext cx="330201" cy="2451101"/>
              <a:chOff x="0" y="0"/>
              <a:chExt cx="330200" cy="2451100"/>
            </a:xfrm>
          </p:grpSpPr>
          <p:sp>
            <p:nvSpPr>
              <p:cNvPr id="238" name="Shape 238"/>
              <p:cNvSpPr/>
              <p:nvPr/>
            </p:nvSpPr>
            <p:spPr>
              <a:xfrm>
                <a:off x="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39" name="Shape 239"/>
              <p:cNvSpPr/>
              <p:nvPr/>
            </p:nvSpPr>
            <p:spPr>
              <a:xfrm>
                <a:off x="0" y="355727"/>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40" name="Shape 240"/>
              <p:cNvSpPr/>
              <p:nvPr/>
            </p:nvSpPr>
            <p:spPr>
              <a:xfrm>
                <a:off x="0" y="703770"/>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41" name="Shape 241"/>
              <p:cNvSpPr/>
              <p:nvPr/>
            </p:nvSpPr>
            <p:spPr>
              <a:xfrm>
                <a:off x="0" y="105410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42" name="Shape 242"/>
              <p:cNvSpPr/>
              <p:nvPr/>
            </p:nvSpPr>
            <p:spPr>
              <a:xfrm>
                <a:off x="0" y="1403604"/>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43" name="Shape 243"/>
              <p:cNvSpPr/>
              <p:nvPr/>
            </p:nvSpPr>
            <p:spPr>
              <a:xfrm>
                <a:off x="12700" y="1773144"/>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44" name="Shape 244"/>
              <p:cNvSpPr/>
              <p:nvPr/>
            </p:nvSpPr>
            <p:spPr>
              <a:xfrm>
                <a:off x="11075" y="2133600"/>
                <a:ext cx="317501"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grpSp>
        <p:sp>
          <p:nvSpPr>
            <p:cNvPr id="246" name="Shape 246"/>
            <p:cNvSpPr/>
            <p:nvPr/>
          </p:nvSpPr>
          <p:spPr>
            <a:xfrm>
              <a:off x="1047601" y="2277237"/>
              <a:ext cx="317501"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grpSp>
          <p:nvGrpSpPr>
            <p:cNvPr id="254" name="Group 254"/>
            <p:cNvGrpSpPr/>
            <p:nvPr/>
          </p:nvGrpSpPr>
          <p:grpSpPr>
            <a:xfrm>
              <a:off x="1366725" y="143637"/>
              <a:ext cx="330201" cy="2451101"/>
              <a:chOff x="0" y="0"/>
              <a:chExt cx="330200" cy="2451100"/>
            </a:xfrm>
          </p:grpSpPr>
          <p:sp>
            <p:nvSpPr>
              <p:cNvPr id="247" name="Shape 247"/>
              <p:cNvSpPr/>
              <p:nvPr/>
            </p:nvSpPr>
            <p:spPr>
              <a:xfrm>
                <a:off x="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48" name="Shape 248"/>
              <p:cNvSpPr/>
              <p:nvPr/>
            </p:nvSpPr>
            <p:spPr>
              <a:xfrm>
                <a:off x="0" y="355727"/>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49" name="Shape 249"/>
              <p:cNvSpPr/>
              <p:nvPr/>
            </p:nvSpPr>
            <p:spPr>
              <a:xfrm>
                <a:off x="0" y="703770"/>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50" name="Shape 250"/>
              <p:cNvSpPr/>
              <p:nvPr/>
            </p:nvSpPr>
            <p:spPr>
              <a:xfrm>
                <a:off x="0" y="105410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51" name="Shape 251"/>
              <p:cNvSpPr/>
              <p:nvPr/>
            </p:nvSpPr>
            <p:spPr>
              <a:xfrm>
                <a:off x="0" y="1403604"/>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52" name="Shape 252"/>
              <p:cNvSpPr/>
              <p:nvPr/>
            </p:nvSpPr>
            <p:spPr>
              <a:xfrm>
                <a:off x="12700" y="1773144"/>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53" name="Shape 253"/>
              <p:cNvSpPr/>
              <p:nvPr/>
            </p:nvSpPr>
            <p:spPr>
              <a:xfrm>
                <a:off x="11075" y="2133600"/>
                <a:ext cx="317501"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grpSp>
        <p:grpSp>
          <p:nvGrpSpPr>
            <p:cNvPr id="262" name="Group 262"/>
            <p:cNvGrpSpPr/>
            <p:nvPr/>
          </p:nvGrpSpPr>
          <p:grpSpPr>
            <a:xfrm>
              <a:off x="1696925" y="143637"/>
              <a:ext cx="330201" cy="2451101"/>
              <a:chOff x="0" y="0"/>
              <a:chExt cx="330200" cy="2451100"/>
            </a:xfrm>
          </p:grpSpPr>
          <p:sp>
            <p:nvSpPr>
              <p:cNvPr id="255" name="Shape 255"/>
              <p:cNvSpPr/>
              <p:nvPr/>
            </p:nvSpPr>
            <p:spPr>
              <a:xfrm>
                <a:off x="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56" name="Shape 256"/>
              <p:cNvSpPr/>
              <p:nvPr/>
            </p:nvSpPr>
            <p:spPr>
              <a:xfrm>
                <a:off x="0" y="355727"/>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57" name="Shape 257"/>
              <p:cNvSpPr/>
              <p:nvPr/>
            </p:nvSpPr>
            <p:spPr>
              <a:xfrm>
                <a:off x="0" y="703770"/>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58" name="Shape 258"/>
              <p:cNvSpPr/>
              <p:nvPr/>
            </p:nvSpPr>
            <p:spPr>
              <a:xfrm>
                <a:off x="0" y="105410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59" name="Shape 259"/>
              <p:cNvSpPr/>
              <p:nvPr/>
            </p:nvSpPr>
            <p:spPr>
              <a:xfrm>
                <a:off x="0" y="1403604"/>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60" name="Shape 260"/>
              <p:cNvSpPr/>
              <p:nvPr/>
            </p:nvSpPr>
            <p:spPr>
              <a:xfrm>
                <a:off x="12700" y="1773144"/>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61" name="Shape 261"/>
              <p:cNvSpPr/>
              <p:nvPr/>
            </p:nvSpPr>
            <p:spPr>
              <a:xfrm>
                <a:off x="11075" y="2133600"/>
                <a:ext cx="317501"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grpSp>
        <p:grpSp>
          <p:nvGrpSpPr>
            <p:cNvPr id="270" name="Group 270"/>
            <p:cNvGrpSpPr/>
            <p:nvPr/>
          </p:nvGrpSpPr>
          <p:grpSpPr>
            <a:xfrm>
              <a:off x="2027125" y="143637"/>
              <a:ext cx="330201" cy="2451101"/>
              <a:chOff x="0" y="0"/>
              <a:chExt cx="330200" cy="2451100"/>
            </a:xfrm>
          </p:grpSpPr>
          <p:sp>
            <p:nvSpPr>
              <p:cNvPr id="263" name="Shape 263"/>
              <p:cNvSpPr/>
              <p:nvPr/>
            </p:nvSpPr>
            <p:spPr>
              <a:xfrm>
                <a:off x="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64" name="Shape 264"/>
              <p:cNvSpPr/>
              <p:nvPr/>
            </p:nvSpPr>
            <p:spPr>
              <a:xfrm>
                <a:off x="0" y="355727"/>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65" name="Shape 265"/>
              <p:cNvSpPr/>
              <p:nvPr/>
            </p:nvSpPr>
            <p:spPr>
              <a:xfrm>
                <a:off x="0" y="703770"/>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66" name="Shape 266"/>
              <p:cNvSpPr/>
              <p:nvPr/>
            </p:nvSpPr>
            <p:spPr>
              <a:xfrm>
                <a:off x="0" y="105410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67" name="Shape 267"/>
              <p:cNvSpPr/>
              <p:nvPr/>
            </p:nvSpPr>
            <p:spPr>
              <a:xfrm>
                <a:off x="0" y="1403604"/>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68" name="Shape 268"/>
              <p:cNvSpPr/>
              <p:nvPr/>
            </p:nvSpPr>
            <p:spPr>
              <a:xfrm>
                <a:off x="12700" y="1773144"/>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69" name="Shape 269"/>
              <p:cNvSpPr/>
              <p:nvPr/>
            </p:nvSpPr>
            <p:spPr>
              <a:xfrm>
                <a:off x="11075" y="2133600"/>
                <a:ext cx="317501"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grpSp>
        <p:grpSp>
          <p:nvGrpSpPr>
            <p:cNvPr id="278" name="Group 278"/>
            <p:cNvGrpSpPr/>
            <p:nvPr/>
          </p:nvGrpSpPr>
          <p:grpSpPr>
            <a:xfrm>
              <a:off x="2357325" y="143637"/>
              <a:ext cx="330201" cy="2451101"/>
              <a:chOff x="0" y="0"/>
              <a:chExt cx="330200" cy="2451100"/>
            </a:xfrm>
          </p:grpSpPr>
          <p:sp>
            <p:nvSpPr>
              <p:cNvPr id="271" name="Shape 271"/>
              <p:cNvSpPr/>
              <p:nvPr/>
            </p:nvSpPr>
            <p:spPr>
              <a:xfrm>
                <a:off x="0" y="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72" name="Shape 272"/>
              <p:cNvSpPr/>
              <p:nvPr/>
            </p:nvSpPr>
            <p:spPr>
              <a:xfrm>
                <a:off x="0" y="355727"/>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73" name="Shape 273"/>
              <p:cNvSpPr/>
              <p:nvPr/>
            </p:nvSpPr>
            <p:spPr>
              <a:xfrm>
                <a:off x="0" y="703770"/>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74" name="Shape 274"/>
              <p:cNvSpPr/>
              <p:nvPr/>
            </p:nvSpPr>
            <p:spPr>
              <a:xfrm>
                <a:off x="0" y="1054100"/>
                <a:ext cx="317500"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75" name="Shape 275"/>
              <p:cNvSpPr/>
              <p:nvPr/>
            </p:nvSpPr>
            <p:spPr>
              <a:xfrm>
                <a:off x="0" y="1403604"/>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76" name="Shape 276"/>
              <p:cNvSpPr/>
              <p:nvPr/>
            </p:nvSpPr>
            <p:spPr>
              <a:xfrm>
                <a:off x="12700" y="1773144"/>
                <a:ext cx="317500" cy="317501"/>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sp>
            <p:nvSpPr>
              <p:cNvPr id="277" name="Shape 277"/>
              <p:cNvSpPr/>
              <p:nvPr/>
            </p:nvSpPr>
            <p:spPr>
              <a:xfrm>
                <a:off x="11075" y="2133600"/>
                <a:ext cx="317501" cy="317500"/>
              </a:xfrm>
              <a:custGeom>
                <a:avLst/>
                <a:gdLst/>
                <a:ahLst/>
                <a:cxnLst>
                  <a:cxn ang="0">
                    <a:pos x="wd2" y="hd2"/>
                  </a:cxn>
                  <a:cxn ang="5400000">
                    <a:pos x="wd2" y="hd2"/>
                  </a:cxn>
                  <a:cxn ang="10800000">
                    <a:pos x="wd2" y="hd2"/>
                  </a:cxn>
                  <a:cxn ang="16200000">
                    <a:pos x="wd2" y="hd2"/>
                  </a:cxn>
                </a:cxnLst>
                <a:rect l="0" t="0" r="r" b="b"/>
                <a:pathLst>
                  <a:path w="19679" h="19679" fill="norm" stroke="1"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0564E"/>
              </a:solidFill>
              <a:ln w="12700" cap="flat">
                <a:noFill/>
                <a:miter lim="400000"/>
              </a:ln>
              <a:effectLst/>
            </p:spPr>
            <p:txBody>
              <a:bodyPr wrap="square" lIns="0" tIns="0" rIns="0" bIns="0" numCol="1" anchor="ctr">
                <a:noAutofit/>
              </a:bodyPr>
              <a:lstStyle/>
              <a:p>
                <a:pPr lvl="0">
                  <a:defRPr sz="3200"/>
                </a:pPr>
              </a:p>
            </p:txBody>
          </p:sp>
        </p:grpSp>
      </p:grpSp>
    </p:spTree>
  </p:cSld>
  <p:clrMapOvr>
    <a:masterClrMapping/>
  </p:clrMapOvr>
  <p:transition spd="med" advClick="1"/>
</p:sld>
</file>

<file path=ppt/slides/slide13.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81" name="Shape 281"/>
          <p:cNvSpPr/>
          <p:nvPr>
            <p:ph type="title"/>
          </p:nvPr>
        </p:nvSpPr>
        <p:spPr>
          <a:prstGeom prst="rect">
            <a:avLst/>
          </a:prstGeom>
        </p:spPr>
        <p:txBody>
          <a:bodyPr/>
          <a:lstStyle>
            <a:lvl1pPr defTabSz="467359">
              <a:spcBef>
                <a:spcPts val="1200"/>
              </a:spcBef>
              <a:defRPr sz="5600"/>
            </a:lvl1pPr>
          </a:lstStyle>
          <a:p>
            <a:pPr lvl="0">
              <a:defRPr sz="1800">
                <a:solidFill>
                  <a:srgbClr val="000000"/>
                </a:solidFill>
              </a:defRPr>
            </a:pPr>
            <a:r>
              <a:rPr sz="5600">
                <a:solidFill>
                  <a:srgbClr val="D93E2B"/>
                </a:solidFill>
              </a:rPr>
              <a:t>Play With The Equation and Give It Meaning</a:t>
            </a:r>
          </a:p>
        </p:txBody>
      </p:sp>
    </p:spTree>
  </p:cSld>
  <p:clrMapOvr>
    <a:masterClrMapping/>
  </p:clrMapOvr>
  <p:transition spd="med" advClick="1"/>
</p:sld>
</file>

<file path=ppt/slides/slide1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83" name="Shape 283"/>
          <p:cNvSpPr/>
          <p:nvPr>
            <p:ph type="title"/>
          </p:nvPr>
        </p:nvSpPr>
        <p:spPr>
          <a:prstGeom prst="rect">
            <a:avLst/>
          </a:prstGeom>
        </p:spPr>
        <p:txBody>
          <a:bodyPr/>
          <a:lstStyle/>
          <a:p>
            <a:pPr lvl="0">
              <a:defRPr sz="1800">
                <a:solidFill>
                  <a:srgbClr val="000000"/>
                </a:solidFill>
              </a:defRPr>
            </a:pPr>
            <a:r>
              <a:rPr sz="7000">
                <a:solidFill>
                  <a:srgbClr val="D93E2B"/>
                </a:solidFill>
              </a:rPr>
              <a:t>What Does It Mean?</a:t>
            </a:r>
          </a:p>
        </p:txBody>
      </p:sp>
      <p:pic>
        <p:nvPicPr>
          <p:cNvPr id="284" name="pasted-image.pdf"/>
          <p:cNvPicPr/>
          <p:nvPr/>
        </p:nvPicPr>
        <p:blipFill>
          <a:blip r:embed="rId2">
            <a:extLst/>
          </a:blip>
          <a:srcRect l="2045" t="5975" r="1636" b="9258"/>
          <a:stretch>
            <a:fillRect/>
          </a:stretch>
        </p:blipFill>
        <p:spPr>
          <a:xfrm>
            <a:off x="3315890" y="4598888"/>
            <a:ext cx="6373069" cy="1011933"/>
          </a:xfrm>
          <a:prstGeom prst="rect">
            <a:avLst/>
          </a:prstGeom>
          <a:ln w="12700">
            <a:miter lim="400000"/>
          </a:ln>
        </p:spPr>
      </p:pic>
      <p:sp>
        <p:nvSpPr>
          <p:cNvPr id="285" name="Shape 285"/>
          <p:cNvSpPr/>
          <p:nvPr/>
        </p:nvSpPr>
        <p:spPr>
          <a:xfrm>
            <a:off x="3352800" y="6057900"/>
            <a:ext cx="6299200" cy="741710"/>
          </a:xfrm>
          <a:prstGeom prst="leftRightArrow">
            <a:avLst>
              <a:gd name="adj1" fmla="val 32000"/>
              <a:gd name="adj2" fmla="val 75339"/>
            </a:avLst>
          </a:prstGeom>
          <a:gradFill>
            <a:gsLst>
              <a:gs pos="0">
                <a:srgbClr val="89847F">
                  <a:alpha val="5000"/>
                </a:srgbClr>
              </a:gs>
              <a:gs pos="100000">
                <a:srgbClr val="89847F"/>
              </a:gs>
            </a:gsLst>
            <a:lin ang="5400000"/>
          </a:gradFill>
          <a:ln w="12700">
            <a:miter lim="400000"/>
          </a:ln>
        </p:spPr>
        <p:txBody>
          <a:bodyPr lIns="50800" tIns="50800" rIns="50800" bIns="50800" anchor="ctr"/>
          <a:lstStyle/>
          <a:p>
            <a:pPr lvl="0">
              <a:defRPr sz="3200"/>
            </a:pPr>
          </a:p>
        </p:txBody>
      </p:sp>
      <p:sp>
        <p:nvSpPr>
          <p:cNvPr id="286" name="Shape 286"/>
          <p:cNvSpPr/>
          <p:nvPr/>
        </p:nvSpPr>
        <p:spPr>
          <a:xfrm>
            <a:off x="6005462" y="6731000"/>
            <a:ext cx="993876"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800"/>
            </a:lvl1pPr>
          </a:lstStyle>
          <a:p>
            <a:pPr lvl="0">
              <a:defRPr sz="1800">
                <a:solidFill>
                  <a:srgbClr val="000000"/>
                </a:solidFill>
              </a:defRPr>
            </a:pPr>
            <a:r>
              <a:rPr sz="4800">
                <a:solidFill>
                  <a:srgbClr val="414141"/>
                </a:solidFill>
              </a:rPr>
              <a:t>dH</a:t>
            </a:r>
          </a:p>
        </p:txBody>
      </p:sp>
      <p:sp>
        <p:nvSpPr>
          <p:cNvPr id="287" name="Shape 287"/>
          <p:cNvSpPr/>
          <p:nvPr/>
        </p:nvSpPr>
        <p:spPr>
          <a:xfrm>
            <a:off x="5412382" y="2851894"/>
            <a:ext cx="2180036" cy="914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0">
              <a:defRPr sz="1800">
                <a:solidFill>
                  <a:srgbClr val="000000"/>
                </a:solidFill>
              </a:defRPr>
            </a:pPr>
            <a:r>
              <a:rPr sz="2400">
                <a:solidFill>
                  <a:srgbClr val="414141"/>
                </a:solidFill>
              </a:rPr>
              <a:t>dG = dH -TdS</a:t>
            </a:r>
            <a:endParaRPr sz="2400">
              <a:solidFill>
                <a:srgbClr val="414141"/>
              </a:solidFill>
            </a:endParaRPr>
          </a:p>
          <a:p>
            <a:pPr lvl="0">
              <a:defRPr sz="1800">
                <a:solidFill>
                  <a:srgbClr val="000000"/>
                </a:solidFill>
              </a:defRPr>
            </a:pPr>
            <a:r>
              <a:rPr sz="2400">
                <a:solidFill>
                  <a:srgbClr val="414141"/>
                </a:solidFill>
              </a:rPr>
              <a:t>dH = dG + TdS</a:t>
            </a:r>
          </a:p>
        </p:txBody>
      </p:sp>
    </p:spTree>
  </p:cSld>
  <p:clrMapOvr>
    <a:masterClrMapping/>
  </p:clrMapOvr>
  <p:transition spd="med" advClick="1"/>
</p:sld>
</file>

<file path=ppt/slides/slide1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89" name="Shape 289"/>
          <p:cNvSpPr/>
          <p:nvPr>
            <p:ph type="title"/>
          </p:nvPr>
        </p:nvSpPr>
        <p:spPr>
          <a:prstGeom prst="rect">
            <a:avLst/>
          </a:prstGeom>
        </p:spPr>
        <p:txBody>
          <a:bodyPr/>
          <a:lstStyle/>
          <a:p>
            <a:pPr lvl="0">
              <a:defRPr sz="1800">
                <a:solidFill>
                  <a:srgbClr val="000000"/>
                </a:solidFill>
              </a:defRPr>
            </a:pPr>
            <a:r>
              <a:rPr sz="7000">
                <a:solidFill>
                  <a:srgbClr val="D93E2B"/>
                </a:solidFill>
              </a:rPr>
              <a:t>Varying Extents of dG</a:t>
            </a:r>
          </a:p>
        </p:txBody>
      </p:sp>
      <p:pic>
        <p:nvPicPr>
          <p:cNvPr id="290" name="string3.png"/>
          <p:cNvPicPr/>
          <p:nvPr/>
        </p:nvPicPr>
        <p:blipFill>
          <a:blip r:embed="rId2">
            <a:extLst/>
          </a:blip>
          <a:stretch>
            <a:fillRect/>
          </a:stretch>
        </p:blipFill>
        <p:spPr>
          <a:xfrm>
            <a:off x="3327400" y="2324099"/>
            <a:ext cx="6350000" cy="2896159"/>
          </a:xfrm>
          <a:prstGeom prst="rect">
            <a:avLst/>
          </a:prstGeom>
          <a:ln w="12700">
            <a:miter lim="400000"/>
          </a:ln>
        </p:spPr>
      </p:pic>
      <p:sp>
        <p:nvSpPr>
          <p:cNvPr id="291" name="Shape 291"/>
          <p:cNvSpPr/>
          <p:nvPr/>
        </p:nvSpPr>
        <p:spPr>
          <a:xfrm>
            <a:off x="1993875" y="3702050"/>
            <a:ext cx="1320850" cy="508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0">
              <a:defRPr sz="1800">
                <a:solidFill>
                  <a:srgbClr val="000000"/>
                </a:solidFill>
              </a:defRPr>
            </a:pPr>
            <a:r>
              <a:rPr sz="2400">
                <a:solidFill>
                  <a:srgbClr val="414141"/>
                </a:solidFill>
              </a:rPr>
              <a:t>reactants</a:t>
            </a:r>
          </a:p>
        </p:txBody>
      </p:sp>
      <p:sp>
        <p:nvSpPr>
          <p:cNvPr id="292" name="Shape 292"/>
          <p:cNvSpPr/>
          <p:nvPr/>
        </p:nvSpPr>
        <p:spPr>
          <a:xfrm>
            <a:off x="9719493" y="2813049"/>
            <a:ext cx="1312814" cy="508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0">
              <a:defRPr sz="1800">
                <a:solidFill>
                  <a:srgbClr val="000000"/>
                </a:solidFill>
              </a:defRPr>
            </a:pPr>
            <a:r>
              <a:rPr sz="2400">
                <a:solidFill>
                  <a:srgbClr val="414141"/>
                </a:solidFill>
              </a:rPr>
              <a:t>products</a:t>
            </a:r>
          </a:p>
        </p:txBody>
      </p:sp>
      <p:sp>
        <p:nvSpPr>
          <p:cNvPr id="293" name="Shape 293"/>
          <p:cNvSpPr/>
          <p:nvPr/>
        </p:nvSpPr>
        <p:spPr>
          <a:xfrm flipV="1">
            <a:off x="4927600" y="5366307"/>
            <a:ext cx="1" cy="1872694"/>
          </a:xfrm>
          <a:prstGeom prst="line">
            <a:avLst/>
          </a:prstGeom>
          <a:ln w="25400">
            <a:solidFill>
              <a:srgbClr val="414141"/>
            </a:solidFill>
            <a:miter lim="400000"/>
            <a:tailEnd type="triangle"/>
          </a:ln>
        </p:spPr>
        <p:txBody>
          <a:bodyPr lIns="50800" tIns="50800" rIns="50800" bIns="50800" anchor="ctr"/>
          <a:lstStyle/>
          <a:p>
            <a:pPr lvl="0">
              <a:defRPr sz="3200"/>
            </a:pPr>
          </a:p>
        </p:txBody>
      </p:sp>
      <p:sp>
        <p:nvSpPr>
          <p:cNvPr id="294" name="Shape 294"/>
          <p:cNvSpPr/>
          <p:nvPr/>
        </p:nvSpPr>
        <p:spPr>
          <a:xfrm>
            <a:off x="2954734" y="7385050"/>
            <a:ext cx="3945732" cy="508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0">
              <a:defRPr sz="1800">
                <a:solidFill>
                  <a:srgbClr val="000000"/>
                </a:solidFill>
              </a:defRPr>
            </a:pPr>
            <a:r>
              <a:rPr sz="2400">
                <a:solidFill>
                  <a:srgbClr val="414141"/>
                </a:solidFill>
              </a:rPr>
              <a:t>70% reactants, 30% products</a:t>
            </a:r>
          </a:p>
        </p:txBody>
      </p:sp>
      <p:sp>
        <p:nvSpPr>
          <p:cNvPr id="295" name="Shape 295"/>
          <p:cNvSpPr/>
          <p:nvPr/>
        </p:nvSpPr>
        <p:spPr>
          <a:xfrm>
            <a:off x="3207270" y="8762999"/>
            <a:ext cx="6590259" cy="508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a:lvl1pPr>
          </a:lstStyle>
          <a:p>
            <a:pPr lvl="0">
              <a:defRPr b="0" sz="1800">
                <a:solidFill>
                  <a:srgbClr val="000000"/>
                </a:solidFill>
              </a:defRPr>
            </a:pPr>
            <a:r>
              <a:rPr b="1" sz="2400">
                <a:solidFill>
                  <a:srgbClr val="414141"/>
                </a:solidFill>
              </a:rPr>
              <a:t>Arrow used to represent chemical reaction: ⇄  </a:t>
            </a:r>
          </a:p>
        </p:txBody>
      </p:sp>
      <p:sp>
        <p:nvSpPr>
          <p:cNvPr id="296" name="Shape 296"/>
          <p:cNvSpPr/>
          <p:nvPr/>
        </p:nvSpPr>
        <p:spPr>
          <a:xfrm>
            <a:off x="7575822" y="5525057"/>
            <a:ext cx="5328395" cy="2540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lvl="0" algn="just">
              <a:defRPr sz="1800">
                <a:solidFill>
                  <a:srgbClr val="000000"/>
                </a:solidFill>
              </a:defRPr>
            </a:pPr>
            <a:r>
              <a:rPr sz="2400" u="sng">
                <a:solidFill>
                  <a:srgbClr val="414141"/>
                </a:solidFill>
              </a:rPr>
              <a:t>There are reactants and products at the end of the reaction.</a:t>
            </a:r>
            <a:br>
              <a:rPr sz="2400" u="sng">
                <a:solidFill>
                  <a:srgbClr val="414141"/>
                </a:solidFill>
              </a:rPr>
            </a:br>
            <a:br>
              <a:rPr sz="2400" u="sng">
                <a:solidFill>
                  <a:srgbClr val="414141"/>
                </a:solidFill>
              </a:rPr>
            </a:br>
            <a:r>
              <a:rPr sz="2400" u="sng">
                <a:solidFill>
                  <a:srgbClr val="414141"/>
                </a:solidFill>
              </a:rPr>
              <a:t>However, there is a greater proportion of reactants than products because dG is slightly positive.</a:t>
            </a:r>
          </a:p>
        </p:txBody>
      </p:sp>
    </p:spTree>
  </p:cSld>
  <p:clrMapOvr>
    <a:masterClrMapping/>
  </p:clrMapOvr>
  <p:transition spd="med" advClick="1"/>
</p:sld>
</file>

<file path=ppt/slides/slide16.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98" name="Shape 298"/>
          <p:cNvSpPr/>
          <p:nvPr>
            <p:ph type="title"/>
          </p:nvPr>
        </p:nvSpPr>
        <p:spPr>
          <a:prstGeom prst="rect">
            <a:avLst/>
          </a:prstGeom>
        </p:spPr>
        <p:txBody>
          <a:bodyPr/>
          <a:lstStyle/>
          <a:p>
            <a:pPr lvl="0">
              <a:defRPr sz="1800">
                <a:solidFill>
                  <a:srgbClr val="000000"/>
                </a:solidFill>
              </a:defRPr>
            </a:pPr>
            <a:r>
              <a:rPr sz="7000">
                <a:solidFill>
                  <a:srgbClr val="D93E2B"/>
                </a:solidFill>
              </a:rPr>
              <a:t>Varying Extents of dG</a:t>
            </a:r>
          </a:p>
        </p:txBody>
      </p:sp>
      <p:pic>
        <p:nvPicPr>
          <p:cNvPr id="299" name="string4.png"/>
          <p:cNvPicPr/>
          <p:nvPr/>
        </p:nvPicPr>
        <p:blipFill>
          <a:blip r:embed="rId2">
            <a:extLst/>
          </a:blip>
          <a:stretch>
            <a:fillRect/>
          </a:stretch>
        </p:blipFill>
        <p:spPr>
          <a:xfrm>
            <a:off x="3327400" y="2324100"/>
            <a:ext cx="6350000" cy="2775749"/>
          </a:xfrm>
          <a:prstGeom prst="rect">
            <a:avLst/>
          </a:prstGeom>
          <a:ln w="12700">
            <a:miter lim="400000"/>
          </a:ln>
        </p:spPr>
      </p:pic>
      <p:sp>
        <p:nvSpPr>
          <p:cNvPr id="300" name="Shape 300"/>
          <p:cNvSpPr/>
          <p:nvPr/>
        </p:nvSpPr>
        <p:spPr>
          <a:xfrm>
            <a:off x="1964456" y="2813049"/>
            <a:ext cx="1320851" cy="508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0">
              <a:defRPr sz="1800">
                <a:solidFill>
                  <a:srgbClr val="000000"/>
                </a:solidFill>
              </a:defRPr>
            </a:pPr>
            <a:r>
              <a:rPr sz="2400">
                <a:solidFill>
                  <a:srgbClr val="414141"/>
                </a:solidFill>
              </a:rPr>
              <a:t>reactants</a:t>
            </a:r>
          </a:p>
        </p:txBody>
      </p:sp>
      <p:sp>
        <p:nvSpPr>
          <p:cNvPr id="301" name="Shape 301"/>
          <p:cNvSpPr/>
          <p:nvPr/>
        </p:nvSpPr>
        <p:spPr>
          <a:xfrm>
            <a:off x="9719493" y="3702050"/>
            <a:ext cx="1312814" cy="508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0">
              <a:defRPr sz="1800">
                <a:solidFill>
                  <a:srgbClr val="000000"/>
                </a:solidFill>
              </a:defRPr>
            </a:pPr>
            <a:r>
              <a:rPr sz="2400">
                <a:solidFill>
                  <a:srgbClr val="414141"/>
                </a:solidFill>
              </a:rPr>
              <a:t>products</a:t>
            </a:r>
          </a:p>
        </p:txBody>
      </p:sp>
      <p:sp>
        <p:nvSpPr>
          <p:cNvPr id="302" name="Shape 302"/>
          <p:cNvSpPr/>
          <p:nvPr/>
        </p:nvSpPr>
        <p:spPr>
          <a:xfrm flipV="1">
            <a:off x="8610599" y="5245898"/>
            <a:ext cx="1" cy="1872693"/>
          </a:xfrm>
          <a:prstGeom prst="line">
            <a:avLst/>
          </a:prstGeom>
          <a:ln w="25400">
            <a:solidFill>
              <a:srgbClr val="414141"/>
            </a:solidFill>
            <a:miter lim="400000"/>
            <a:tailEnd type="triangle"/>
          </a:ln>
        </p:spPr>
        <p:txBody>
          <a:bodyPr lIns="50800" tIns="50800" rIns="50800" bIns="50800" anchor="ctr"/>
          <a:lstStyle/>
          <a:p>
            <a:pPr lvl="0">
              <a:defRPr sz="3200"/>
            </a:pPr>
          </a:p>
        </p:txBody>
      </p:sp>
      <p:sp>
        <p:nvSpPr>
          <p:cNvPr id="303" name="Shape 303"/>
          <p:cNvSpPr/>
          <p:nvPr/>
        </p:nvSpPr>
        <p:spPr>
          <a:xfrm>
            <a:off x="6637734" y="7264640"/>
            <a:ext cx="3945732" cy="508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0">
              <a:defRPr sz="1800">
                <a:solidFill>
                  <a:srgbClr val="000000"/>
                </a:solidFill>
              </a:defRPr>
            </a:pPr>
            <a:r>
              <a:rPr sz="2400">
                <a:solidFill>
                  <a:srgbClr val="414141"/>
                </a:solidFill>
              </a:rPr>
              <a:t>30% reactants, 70% products</a:t>
            </a:r>
          </a:p>
        </p:txBody>
      </p:sp>
      <p:sp>
        <p:nvSpPr>
          <p:cNvPr id="304" name="Shape 304"/>
          <p:cNvSpPr/>
          <p:nvPr/>
        </p:nvSpPr>
        <p:spPr>
          <a:xfrm>
            <a:off x="3207270" y="8762999"/>
            <a:ext cx="6590259" cy="508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a:lvl1pPr>
          </a:lstStyle>
          <a:p>
            <a:pPr lvl="0">
              <a:defRPr b="0" sz="1800">
                <a:solidFill>
                  <a:srgbClr val="000000"/>
                </a:solidFill>
              </a:defRPr>
            </a:pPr>
            <a:r>
              <a:rPr b="1" sz="2400">
                <a:solidFill>
                  <a:srgbClr val="414141"/>
                </a:solidFill>
              </a:rPr>
              <a:t>Arrow used to represent chemical reaction: ⇄  </a:t>
            </a:r>
          </a:p>
        </p:txBody>
      </p:sp>
      <p:sp>
        <p:nvSpPr>
          <p:cNvPr id="305" name="Shape 305"/>
          <p:cNvSpPr/>
          <p:nvPr/>
        </p:nvSpPr>
        <p:spPr>
          <a:xfrm>
            <a:off x="95522" y="5404648"/>
            <a:ext cx="5328395" cy="2540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lvl="0" algn="just">
              <a:defRPr sz="1800">
                <a:solidFill>
                  <a:srgbClr val="000000"/>
                </a:solidFill>
              </a:defRPr>
            </a:pPr>
            <a:r>
              <a:rPr sz="2400" u="sng">
                <a:solidFill>
                  <a:srgbClr val="414141"/>
                </a:solidFill>
              </a:rPr>
              <a:t>There are reactants and products at the end of the reaction.</a:t>
            </a:r>
            <a:br>
              <a:rPr sz="2400" u="sng">
                <a:solidFill>
                  <a:srgbClr val="414141"/>
                </a:solidFill>
              </a:rPr>
            </a:br>
            <a:br>
              <a:rPr sz="2400" u="sng">
                <a:solidFill>
                  <a:srgbClr val="414141"/>
                </a:solidFill>
              </a:rPr>
            </a:br>
            <a:r>
              <a:rPr sz="2400" u="sng">
                <a:solidFill>
                  <a:srgbClr val="414141"/>
                </a:solidFill>
              </a:rPr>
              <a:t>However, there is a greater proportion of products than reactants because dG is slightly negative.</a:t>
            </a:r>
          </a:p>
        </p:txBody>
      </p:sp>
    </p:spTree>
  </p:cSld>
  <p:clrMapOvr>
    <a:masterClrMapping/>
  </p:clrMapOvr>
  <p:transition spd="med" advClick="1"/>
</p:sld>
</file>

<file path=ppt/slides/slide17.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07" name="Shape 307"/>
          <p:cNvSpPr/>
          <p:nvPr>
            <p:ph type="title"/>
          </p:nvPr>
        </p:nvSpPr>
        <p:spPr>
          <a:prstGeom prst="rect">
            <a:avLst/>
          </a:prstGeom>
        </p:spPr>
        <p:txBody>
          <a:bodyPr/>
          <a:lstStyle/>
          <a:p>
            <a:pPr lvl="0">
              <a:defRPr sz="1800">
                <a:solidFill>
                  <a:srgbClr val="000000"/>
                </a:solidFill>
              </a:defRPr>
            </a:pPr>
            <a:r>
              <a:rPr sz="7000">
                <a:solidFill>
                  <a:srgbClr val="D93E2B"/>
                </a:solidFill>
              </a:rPr>
              <a:t>Varying Extents of dG</a:t>
            </a:r>
          </a:p>
        </p:txBody>
      </p:sp>
      <p:pic>
        <p:nvPicPr>
          <p:cNvPr id="308" name="string5.png"/>
          <p:cNvPicPr/>
          <p:nvPr/>
        </p:nvPicPr>
        <p:blipFill>
          <a:blip r:embed="rId2">
            <a:extLst/>
          </a:blip>
          <a:stretch>
            <a:fillRect/>
          </a:stretch>
        </p:blipFill>
        <p:spPr>
          <a:xfrm>
            <a:off x="3327400" y="2324100"/>
            <a:ext cx="6350000" cy="3140110"/>
          </a:xfrm>
          <a:prstGeom prst="rect">
            <a:avLst/>
          </a:prstGeom>
          <a:ln w="12700">
            <a:miter lim="400000"/>
          </a:ln>
        </p:spPr>
      </p:pic>
      <p:sp>
        <p:nvSpPr>
          <p:cNvPr id="309" name="Shape 309"/>
          <p:cNvSpPr/>
          <p:nvPr/>
        </p:nvSpPr>
        <p:spPr>
          <a:xfrm>
            <a:off x="1983184" y="5067299"/>
            <a:ext cx="1320850" cy="508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0">
              <a:defRPr sz="1800">
                <a:solidFill>
                  <a:srgbClr val="000000"/>
                </a:solidFill>
              </a:defRPr>
            </a:pPr>
            <a:r>
              <a:rPr sz="2400">
                <a:solidFill>
                  <a:srgbClr val="414141"/>
                </a:solidFill>
              </a:rPr>
              <a:t>reactants</a:t>
            </a:r>
          </a:p>
        </p:txBody>
      </p:sp>
      <p:sp>
        <p:nvSpPr>
          <p:cNvPr id="310" name="Shape 310"/>
          <p:cNvSpPr/>
          <p:nvPr/>
        </p:nvSpPr>
        <p:spPr>
          <a:xfrm>
            <a:off x="9700766" y="2806699"/>
            <a:ext cx="1312813" cy="508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0">
              <a:defRPr sz="1800">
                <a:solidFill>
                  <a:srgbClr val="000000"/>
                </a:solidFill>
              </a:defRPr>
            </a:pPr>
            <a:r>
              <a:rPr sz="2400">
                <a:solidFill>
                  <a:srgbClr val="414141"/>
                </a:solidFill>
              </a:rPr>
              <a:t>products</a:t>
            </a:r>
          </a:p>
        </p:txBody>
      </p:sp>
      <p:sp>
        <p:nvSpPr>
          <p:cNvPr id="311" name="Shape 311"/>
          <p:cNvSpPr/>
          <p:nvPr/>
        </p:nvSpPr>
        <p:spPr>
          <a:xfrm flipV="1">
            <a:off x="3530599" y="5610259"/>
            <a:ext cx="1" cy="1872694"/>
          </a:xfrm>
          <a:prstGeom prst="line">
            <a:avLst/>
          </a:prstGeom>
          <a:ln w="25400">
            <a:solidFill>
              <a:srgbClr val="414141"/>
            </a:solidFill>
            <a:miter lim="400000"/>
            <a:tailEnd type="triangle"/>
          </a:ln>
        </p:spPr>
        <p:txBody>
          <a:bodyPr lIns="50800" tIns="50800" rIns="50800" bIns="50800" anchor="ctr"/>
          <a:lstStyle/>
          <a:p>
            <a:pPr lvl="0">
              <a:defRPr sz="3200"/>
            </a:pPr>
          </a:p>
        </p:txBody>
      </p:sp>
      <p:sp>
        <p:nvSpPr>
          <p:cNvPr id="312" name="Shape 312"/>
          <p:cNvSpPr/>
          <p:nvPr/>
        </p:nvSpPr>
        <p:spPr>
          <a:xfrm>
            <a:off x="1633934" y="7629001"/>
            <a:ext cx="3793332" cy="508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0">
              <a:defRPr sz="1800">
                <a:solidFill>
                  <a:srgbClr val="000000"/>
                </a:solidFill>
              </a:defRPr>
            </a:pPr>
            <a:r>
              <a:rPr sz="2400">
                <a:solidFill>
                  <a:srgbClr val="414141"/>
                </a:solidFill>
              </a:rPr>
              <a:t>99% reactants, 1% products</a:t>
            </a:r>
          </a:p>
        </p:txBody>
      </p:sp>
      <p:grpSp>
        <p:nvGrpSpPr>
          <p:cNvPr id="317" name="Group 317"/>
          <p:cNvGrpSpPr/>
          <p:nvPr/>
        </p:nvGrpSpPr>
        <p:grpSpPr>
          <a:xfrm>
            <a:off x="2040979" y="8759725"/>
            <a:ext cx="8922842" cy="514550"/>
            <a:chOff x="0" y="0"/>
            <a:chExt cx="8922841" cy="514548"/>
          </a:xfrm>
        </p:grpSpPr>
        <p:sp>
          <p:nvSpPr>
            <p:cNvPr id="313" name="Shape 313"/>
            <p:cNvSpPr/>
            <p:nvPr/>
          </p:nvSpPr>
          <p:spPr>
            <a:xfrm>
              <a:off x="0" y="0"/>
              <a:ext cx="8922842" cy="51454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b="1"/>
              </a:lvl1pPr>
            </a:lstStyle>
            <a:p>
              <a:pPr lvl="0">
                <a:defRPr b="0" sz="1800">
                  <a:solidFill>
                    <a:srgbClr val="000000"/>
                  </a:solidFill>
                </a:defRPr>
              </a:pPr>
              <a:r>
                <a:rPr b="1" sz="2400">
                  <a:solidFill>
                    <a:srgbClr val="414141"/>
                  </a:solidFill>
                </a:rPr>
                <a:t>Arrow used to represent chemical reaction: →    i.e. no reaction  </a:t>
              </a:r>
            </a:p>
          </p:txBody>
        </p:sp>
        <p:grpSp>
          <p:nvGrpSpPr>
            <p:cNvPr id="316" name="Group 316"/>
            <p:cNvGrpSpPr/>
            <p:nvPr/>
          </p:nvGrpSpPr>
          <p:grpSpPr>
            <a:xfrm>
              <a:off x="6180160" y="181095"/>
              <a:ext cx="211661" cy="211662"/>
              <a:chOff x="0" y="0"/>
              <a:chExt cx="211660" cy="211660"/>
            </a:xfrm>
          </p:grpSpPr>
          <p:sp>
            <p:nvSpPr>
              <p:cNvPr id="314" name="Shape 314"/>
              <p:cNvSpPr/>
              <p:nvPr/>
            </p:nvSpPr>
            <p:spPr>
              <a:xfrm flipV="1">
                <a:off x="0" y="-1"/>
                <a:ext cx="211661" cy="211662"/>
              </a:xfrm>
              <a:prstGeom prst="line">
                <a:avLst/>
              </a:prstGeom>
              <a:noFill/>
              <a:ln w="25400" cap="flat">
                <a:solidFill>
                  <a:srgbClr val="414141"/>
                </a:solidFill>
                <a:prstDash val="solid"/>
                <a:miter lim="400000"/>
              </a:ln>
              <a:effectLst/>
            </p:spPr>
            <p:txBody>
              <a:bodyPr wrap="square" lIns="50800" tIns="50800" rIns="50800" bIns="50800" numCol="1" anchor="ctr">
                <a:noAutofit/>
              </a:bodyPr>
              <a:lstStyle/>
              <a:p>
                <a:pPr lvl="0">
                  <a:defRPr sz="3200"/>
                </a:pPr>
              </a:p>
            </p:txBody>
          </p:sp>
          <p:sp>
            <p:nvSpPr>
              <p:cNvPr id="315" name="Shape 315"/>
              <p:cNvSpPr/>
              <p:nvPr/>
            </p:nvSpPr>
            <p:spPr>
              <a:xfrm>
                <a:off x="0" y="0"/>
                <a:ext cx="211661" cy="211661"/>
              </a:xfrm>
              <a:prstGeom prst="line">
                <a:avLst/>
              </a:prstGeom>
              <a:noFill/>
              <a:ln w="25400" cap="flat">
                <a:solidFill>
                  <a:srgbClr val="414141"/>
                </a:solidFill>
                <a:prstDash val="solid"/>
                <a:miter lim="400000"/>
              </a:ln>
              <a:effectLst/>
            </p:spPr>
            <p:txBody>
              <a:bodyPr wrap="square" lIns="50800" tIns="50800" rIns="50800" bIns="50800" numCol="1" anchor="ctr">
                <a:noAutofit/>
              </a:bodyPr>
              <a:lstStyle/>
              <a:p>
                <a:pPr lvl="0">
                  <a:defRPr sz="3200"/>
                </a:pPr>
              </a:p>
            </p:txBody>
          </p:sp>
        </p:grpSp>
      </p:grpSp>
      <p:sp>
        <p:nvSpPr>
          <p:cNvPr id="318" name="Shape 318"/>
          <p:cNvSpPr/>
          <p:nvPr/>
        </p:nvSpPr>
        <p:spPr>
          <a:xfrm>
            <a:off x="7283722" y="5407059"/>
            <a:ext cx="5328395" cy="2946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lvl="0" algn="just">
              <a:defRPr sz="1800">
                <a:solidFill>
                  <a:srgbClr val="000000"/>
                </a:solidFill>
              </a:defRPr>
            </a:pPr>
            <a:r>
              <a:rPr sz="2400" u="sng">
                <a:solidFill>
                  <a:srgbClr val="414141"/>
                </a:solidFill>
              </a:rPr>
              <a:t>There are reactants and products at the end of the reaction.</a:t>
            </a:r>
            <a:br>
              <a:rPr sz="2400" u="sng">
                <a:solidFill>
                  <a:srgbClr val="414141"/>
                </a:solidFill>
              </a:rPr>
            </a:br>
            <a:br>
              <a:rPr sz="2400" u="sng">
                <a:solidFill>
                  <a:srgbClr val="414141"/>
                </a:solidFill>
              </a:rPr>
            </a:br>
            <a:r>
              <a:rPr sz="2400" u="sng">
                <a:solidFill>
                  <a:srgbClr val="414141"/>
                </a:solidFill>
              </a:rPr>
              <a:t>However, there is almost only reactants and nearly no products because dG is very positive</a:t>
            </a:r>
            <a:br>
              <a:rPr sz="2400" u="sng">
                <a:solidFill>
                  <a:srgbClr val="414141"/>
                </a:solidFill>
              </a:rPr>
            </a:br>
            <a:r>
              <a:rPr sz="2400" u="sng">
                <a:solidFill>
                  <a:srgbClr val="414141"/>
                </a:solidFill>
              </a:rPr>
              <a:t>(i.e. dG &gt;&gt; 0) </a:t>
            </a:r>
          </a:p>
        </p:txBody>
      </p:sp>
    </p:spTree>
  </p:cSld>
  <p:clrMapOvr>
    <a:masterClrMapping/>
  </p:clrMapOvr>
  <p:transition spd="med" advClick="1"/>
</p:sld>
</file>

<file path=ppt/slides/slide18.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20" name="Shape 320"/>
          <p:cNvSpPr/>
          <p:nvPr>
            <p:ph type="title"/>
          </p:nvPr>
        </p:nvSpPr>
        <p:spPr>
          <a:prstGeom prst="rect">
            <a:avLst/>
          </a:prstGeom>
        </p:spPr>
        <p:txBody>
          <a:bodyPr/>
          <a:lstStyle/>
          <a:p>
            <a:pPr lvl="0">
              <a:defRPr sz="1800">
                <a:solidFill>
                  <a:srgbClr val="000000"/>
                </a:solidFill>
              </a:defRPr>
            </a:pPr>
            <a:r>
              <a:rPr sz="7000">
                <a:solidFill>
                  <a:srgbClr val="D93E2B"/>
                </a:solidFill>
              </a:rPr>
              <a:t>Varying Extents of dG</a:t>
            </a:r>
          </a:p>
        </p:txBody>
      </p:sp>
      <p:pic>
        <p:nvPicPr>
          <p:cNvPr id="321" name="string6.png"/>
          <p:cNvPicPr/>
          <p:nvPr/>
        </p:nvPicPr>
        <p:blipFill>
          <a:blip r:embed="rId2">
            <a:extLst/>
          </a:blip>
          <a:stretch>
            <a:fillRect/>
          </a:stretch>
        </p:blipFill>
        <p:spPr>
          <a:xfrm>
            <a:off x="3327400" y="2324100"/>
            <a:ext cx="6350000" cy="3099255"/>
          </a:xfrm>
          <a:prstGeom prst="rect">
            <a:avLst/>
          </a:prstGeom>
          <a:ln w="12700">
            <a:miter lim="400000"/>
          </a:ln>
        </p:spPr>
      </p:pic>
      <p:sp>
        <p:nvSpPr>
          <p:cNvPr id="322" name="Shape 322"/>
          <p:cNvSpPr/>
          <p:nvPr/>
        </p:nvSpPr>
        <p:spPr>
          <a:xfrm>
            <a:off x="1964456" y="2813049"/>
            <a:ext cx="1320851" cy="508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0">
              <a:defRPr sz="1800">
                <a:solidFill>
                  <a:srgbClr val="000000"/>
                </a:solidFill>
              </a:defRPr>
            </a:pPr>
            <a:r>
              <a:rPr sz="2400">
                <a:solidFill>
                  <a:srgbClr val="414141"/>
                </a:solidFill>
              </a:rPr>
              <a:t>reactants</a:t>
            </a:r>
          </a:p>
        </p:txBody>
      </p:sp>
      <p:sp>
        <p:nvSpPr>
          <p:cNvPr id="323" name="Shape 323"/>
          <p:cNvSpPr/>
          <p:nvPr/>
        </p:nvSpPr>
        <p:spPr>
          <a:xfrm>
            <a:off x="9719493" y="5048249"/>
            <a:ext cx="1312814" cy="508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0">
              <a:defRPr sz="1800">
                <a:solidFill>
                  <a:srgbClr val="000000"/>
                </a:solidFill>
              </a:defRPr>
            </a:pPr>
            <a:r>
              <a:rPr sz="2400">
                <a:solidFill>
                  <a:srgbClr val="414141"/>
                </a:solidFill>
              </a:rPr>
              <a:t>products</a:t>
            </a:r>
          </a:p>
        </p:txBody>
      </p:sp>
      <p:sp>
        <p:nvSpPr>
          <p:cNvPr id="324" name="Shape 324"/>
          <p:cNvSpPr/>
          <p:nvPr/>
        </p:nvSpPr>
        <p:spPr>
          <a:xfrm flipV="1">
            <a:off x="9563099" y="5569404"/>
            <a:ext cx="1" cy="1872693"/>
          </a:xfrm>
          <a:prstGeom prst="line">
            <a:avLst/>
          </a:prstGeom>
          <a:ln w="25400">
            <a:solidFill>
              <a:srgbClr val="414141"/>
            </a:solidFill>
            <a:miter lim="400000"/>
            <a:tailEnd type="triangle"/>
          </a:ln>
        </p:spPr>
        <p:txBody>
          <a:bodyPr lIns="50800" tIns="50800" rIns="50800" bIns="50800" anchor="ctr"/>
          <a:lstStyle/>
          <a:p>
            <a:pPr lvl="0">
              <a:defRPr sz="3200"/>
            </a:pPr>
          </a:p>
        </p:txBody>
      </p:sp>
      <p:sp>
        <p:nvSpPr>
          <p:cNvPr id="325" name="Shape 325"/>
          <p:cNvSpPr/>
          <p:nvPr/>
        </p:nvSpPr>
        <p:spPr>
          <a:xfrm>
            <a:off x="7666434" y="7588146"/>
            <a:ext cx="3793332" cy="508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0">
              <a:defRPr sz="1800">
                <a:solidFill>
                  <a:srgbClr val="000000"/>
                </a:solidFill>
              </a:defRPr>
            </a:pPr>
            <a:r>
              <a:rPr sz="2400">
                <a:solidFill>
                  <a:srgbClr val="414141"/>
                </a:solidFill>
              </a:rPr>
              <a:t>1% reactants, 99% products</a:t>
            </a:r>
          </a:p>
        </p:txBody>
      </p:sp>
      <p:sp>
        <p:nvSpPr>
          <p:cNvPr id="326" name="Shape 326"/>
          <p:cNvSpPr/>
          <p:nvPr/>
        </p:nvSpPr>
        <p:spPr>
          <a:xfrm>
            <a:off x="3209280" y="8759725"/>
            <a:ext cx="6586240" cy="51455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a:lvl1pPr>
          </a:lstStyle>
          <a:p>
            <a:pPr lvl="0">
              <a:defRPr b="0" sz="1800">
                <a:solidFill>
                  <a:srgbClr val="000000"/>
                </a:solidFill>
              </a:defRPr>
            </a:pPr>
            <a:r>
              <a:rPr b="1" sz="2400">
                <a:solidFill>
                  <a:srgbClr val="414141"/>
                </a:solidFill>
              </a:rPr>
              <a:t>Arrow used to represent chemical reaction: →  </a:t>
            </a:r>
          </a:p>
        </p:txBody>
      </p:sp>
      <p:sp>
        <p:nvSpPr>
          <p:cNvPr id="327" name="Shape 327"/>
          <p:cNvSpPr/>
          <p:nvPr/>
        </p:nvSpPr>
        <p:spPr>
          <a:xfrm>
            <a:off x="235222" y="5569404"/>
            <a:ext cx="5328395" cy="2946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lvl="0" algn="just">
              <a:defRPr sz="1800">
                <a:solidFill>
                  <a:srgbClr val="000000"/>
                </a:solidFill>
              </a:defRPr>
            </a:pPr>
            <a:r>
              <a:rPr sz="2400" u="sng">
                <a:solidFill>
                  <a:srgbClr val="414141"/>
                </a:solidFill>
              </a:rPr>
              <a:t>There are reactants and products at the end of the reaction.</a:t>
            </a:r>
            <a:br>
              <a:rPr sz="2400" u="sng">
                <a:solidFill>
                  <a:srgbClr val="414141"/>
                </a:solidFill>
              </a:rPr>
            </a:br>
            <a:br>
              <a:rPr sz="2400" u="sng">
                <a:solidFill>
                  <a:srgbClr val="414141"/>
                </a:solidFill>
              </a:rPr>
            </a:br>
            <a:r>
              <a:rPr sz="2400" u="sng">
                <a:solidFill>
                  <a:srgbClr val="414141"/>
                </a:solidFill>
              </a:rPr>
              <a:t>However, there is almost only products and nearly no reactants because dG is very negative</a:t>
            </a:r>
            <a:br>
              <a:rPr sz="2400" u="sng">
                <a:solidFill>
                  <a:srgbClr val="414141"/>
                </a:solidFill>
              </a:rPr>
            </a:br>
            <a:r>
              <a:rPr sz="2400" u="sng">
                <a:solidFill>
                  <a:srgbClr val="414141"/>
                </a:solidFill>
              </a:rPr>
              <a:t>(i.e. dG &lt;&lt; 0) </a:t>
            </a:r>
          </a:p>
        </p:txBody>
      </p:sp>
    </p:spTree>
  </p:cSld>
  <p:clrMapOvr>
    <a:masterClrMapping/>
  </p:clrMapOvr>
  <p:transition spd="med" advClick="1"/>
</p:sld>
</file>

<file path=ppt/theme/_rels/theme1.xml.rels><?xml version="1.0" encoding="UTF-8" standalone="yes"?><Relationships xmlns="http://schemas.openxmlformats.org/package/2006/relationships"><Relationship Id="rId1" Type="http://schemas.openxmlformats.org/officeDocument/2006/relationships/image" Target="../media/image1.png"/></Relationships>

</file>

<file path=ppt/theme/_rels/theme2.xml.rels><?xml version="1.0" encoding="UTF-8" standalone="yes"?><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xmlns:r="http://schemas.openxmlformats.org/officeDocument/2006/relationships" name="New_Template4">
  <a:themeElements>
    <a:clrScheme name="New_Template4">
      <a:dk1>
        <a:srgbClr val="414141"/>
      </a:dk1>
      <a:lt1>
        <a:srgbClr val="FFFFFF"/>
      </a:lt1>
      <a:dk2>
        <a:srgbClr val="66635F"/>
      </a:dk2>
      <a:lt2>
        <a:srgbClr val="C9C3BA"/>
      </a:lt2>
      <a:accent1>
        <a:srgbClr val="738FAF"/>
      </a:accent1>
      <a:accent2>
        <a:srgbClr val="74B6A8"/>
      </a:accent2>
      <a:accent3>
        <a:srgbClr val="A0AA69"/>
      </a:accent3>
      <a:accent4>
        <a:srgbClr val="CBA968"/>
      </a:accent4>
      <a:accent5>
        <a:srgbClr val="D08A7A"/>
      </a:accent5>
      <a:accent6>
        <a:srgbClr val="9E95A9"/>
      </a:accent6>
      <a:hlink>
        <a:srgbClr val="0000FF"/>
      </a:hlink>
      <a:folHlink>
        <a:srgbClr val="FF00FF"/>
      </a:folHlink>
    </a:clrScheme>
    <a:fontScheme name="New_Template4">
      <a:majorFont>
        <a:latin typeface="Bodoni SvtyTwo ITC TT-Book"/>
        <a:ea typeface="Bodoni SvtyTwo ITC TT-Book"/>
        <a:cs typeface="Bodoni SvtyTwo ITC TT-Book"/>
      </a:majorFont>
      <a:minorFont>
        <a:latin typeface="Bodoni SvtyTwo ITC TT-Book"/>
        <a:ea typeface="Bodoni SvtyTwo ITC TT-Book"/>
        <a:cs typeface="Bodoni SvtyTwo ITC TT-Book"/>
      </a:minorFont>
    </a:fontScheme>
    <a:fmtScheme name="New_Template4">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r:embed="rId1"/>
          <a:srcRect l="0" t="0" r="0" b="0"/>
          <a:tile tx="0" ty="0" sx="100000" sy="100000" flip="none" algn="tl"/>
        </a:blipFill>
        <a:ln w="12700" cap="flat">
          <a:noFill/>
          <a:miter lim="400000"/>
        </a:ln>
        <a:effectLst/>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1"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outerShdw sx="100000" sy="100000" kx="0" ky="0" algn="b" rotWithShape="0" blurRad="25400" dist="33948" dir="2700000">
                <a:srgbClr val="3B3936"/>
              </a:outerShdw>
            </a:effectLst>
            <a:uFillTx/>
            <a:latin typeface="Palatino"/>
            <a:ea typeface="Palatino"/>
            <a:cs typeface="Palatino"/>
            <a:sym typeface="Palatino"/>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414141"/>
          </a:solidFill>
          <a:prstDash val="solid"/>
          <a:miter lim="400000"/>
        </a:ln>
        <a:effectLst/>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1" hangingPunct="0">
          <a:lnSpc>
            <a:spcPct val="100000"/>
          </a:lnSpc>
          <a:spcBef>
            <a:spcPts val="0"/>
          </a:spcBef>
          <a:spcAft>
            <a:spcPts val="0"/>
          </a:spcAft>
          <a:buClrTx/>
          <a:buSzTx/>
          <a:buFontTx/>
          <a:buNone/>
          <a:tabLst/>
          <a:defRPr b="0" baseline="0" cap="none" i="0" spc="0" strike="noStrike" sz="2400" u="none" kumimoji="0" normalizeH="0">
            <a:ln>
              <a:noFill/>
            </a:ln>
            <a:solidFill>
              <a:srgbClr val="414141"/>
            </a:solidFill>
            <a:effectLst/>
            <a:uFillTx/>
            <a:latin typeface="Palatino"/>
            <a:ea typeface="Palatino"/>
            <a:cs typeface="Palatino"/>
            <a:sym typeface="Palatino"/>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New_Template4">
  <a:themeElements>
    <a:clrScheme name="New_Template4">
      <a:dk1>
        <a:srgbClr val="000000"/>
      </a:dk1>
      <a:lt1>
        <a:srgbClr val="FFFFFF"/>
      </a:lt1>
      <a:dk2>
        <a:srgbClr val="66635F"/>
      </a:dk2>
      <a:lt2>
        <a:srgbClr val="C9C3BA"/>
      </a:lt2>
      <a:accent1>
        <a:srgbClr val="738FAF"/>
      </a:accent1>
      <a:accent2>
        <a:srgbClr val="74B6A8"/>
      </a:accent2>
      <a:accent3>
        <a:srgbClr val="A0AA69"/>
      </a:accent3>
      <a:accent4>
        <a:srgbClr val="CBA968"/>
      </a:accent4>
      <a:accent5>
        <a:srgbClr val="D08A7A"/>
      </a:accent5>
      <a:accent6>
        <a:srgbClr val="9E95A9"/>
      </a:accent6>
      <a:hlink>
        <a:srgbClr val="0000FF"/>
      </a:hlink>
      <a:folHlink>
        <a:srgbClr val="FF00FF"/>
      </a:folHlink>
    </a:clrScheme>
    <a:fontScheme name="New_Template4">
      <a:majorFont>
        <a:latin typeface="Bodoni SvtyTwo ITC TT-Book"/>
        <a:ea typeface="Bodoni SvtyTwo ITC TT-Book"/>
        <a:cs typeface="Bodoni SvtyTwo ITC TT-Book"/>
      </a:majorFont>
      <a:minorFont>
        <a:latin typeface="Bodoni SvtyTwo ITC TT-Book"/>
        <a:ea typeface="Bodoni SvtyTwo ITC TT-Book"/>
        <a:cs typeface="Bodoni SvtyTwo ITC TT-Book"/>
      </a:minorFont>
    </a:fontScheme>
    <a:fmtScheme name="New_Template4">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r:embed="rId1"/>
          <a:srcRect l="0" t="0" r="0" b="0"/>
          <a:tile tx="0" ty="0" sx="100000" sy="100000" flip="none" algn="tl"/>
        </a:blipFill>
        <a:ln w="12700" cap="flat">
          <a:noFill/>
          <a:miter lim="400000"/>
        </a:ln>
        <a:effectLst/>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1"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outerShdw sx="100000" sy="100000" kx="0" ky="0" algn="b" rotWithShape="0" blurRad="25400" dist="33948" dir="2700000">
                <a:srgbClr val="3B3936"/>
              </a:outerShdw>
            </a:effectLst>
            <a:uFillTx/>
            <a:latin typeface="Palatino"/>
            <a:ea typeface="Palatino"/>
            <a:cs typeface="Palatino"/>
            <a:sym typeface="Palatino"/>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414141"/>
          </a:solidFill>
          <a:prstDash val="solid"/>
          <a:miter lim="400000"/>
        </a:ln>
        <a:effectLst/>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1" hangingPunct="0">
          <a:lnSpc>
            <a:spcPct val="100000"/>
          </a:lnSpc>
          <a:spcBef>
            <a:spcPts val="0"/>
          </a:spcBef>
          <a:spcAft>
            <a:spcPts val="0"/>
          </a:spcAft>
          <a:buClrTx/>
          <a:buSzTx/>
          <a:buFontTx/>
          <a:buNone/>
          <a:tabLst/>
          <a:defRPr b="0" baseline="0" cap="none" i="0" spc="0" strike="noStrike" sz="2400" u="none" kumimoji="0" normalizeH="0">
            <a:ln>
              <a:noFill/>
            </a:ln>
            <a:solidFill>
              <a:srgbClr val="414141"/>
            </a:solidFill>
            <a:effectLst/>
            <a:uFillTx/>
            <a:latin typeface="Palatino"/>
            <a:ea typeface="Palatino"/>
            <a:cs typeface="Palatino"/>
            <a:sym typeface="Palatino"/>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