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18"/>
    <p:restoredTop sz="95846"/>
  </p:normalViewPr>
  <p:slideViewPr>
    <p:cSldViewPr snapToGrid="0" snapToObjects="1">
      <p:cViewPr varScale="1">
        <p:scale>
          <a:sx n="67" d="100"/>
          <a:sy n="67" d="100"/>
        </p:scale>
        <p:origin x="5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78220B-4ACD-4BC1-B4B9-6C6598E83858}" type="datetimeFigureOut">
              <a:rPr lang="en-US" smtClean="0"/>
              <a:t>21/1/2024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3EDFC-0861-4652-8256-A11E6D4135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9143-76B4-40F9-A5D7-6AF0B0C4F923}" type="datetime1">
              <a:rPr lang="en-US" smtClean="0"/>
              <a:t>21/1/2024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15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BEC4-D2F7-45B5-A505-8C7C126339E2}" type="datetime1">
              <a:rPr lang="en-US" smtClean="0"/>
              <a:t>21/1/2024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EE82-6ADB-410D-9921-2627CE3ED70F}" type="datetime1">
              <a:rPr lang="en-US" smtClean="0"/>
              <a:t>21/1/2024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302A6-8A82-4B7D-9592-60535A3F0E5A}" type="datetime1">
              <a:rPr lang="en-US" smtClean="0"/>
              <a:t>21/1/2024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87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19E77-3BF0-4C2E-BB9D-C2D59564824B}" type="datetime1">
              <a:rPr lang="en-US" smtClean="0"/>
              <a:t>21/1/2024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8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3083D-DDDF-4DB5-8273-8AB800643F8E}" type="datetime1">
              <a:rPr lang="en-US" smtClean="0"/>
              <a:t>21/1/2024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18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1F36A-9A18-4072-8AFC-28BCA2E7BE4F}" type="datetime1">
              <a:rPr lang="en-US" smtClean="0"/>
              <a:t>21/1/2024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97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7D38-5076-4D7E-882F-D3FE6ED58653}" type="datetime1">
              <a:rPr lang="en-US" smtClean="0"/>
              <a:t>21/1/2024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02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021FE-696D-4385-AFA5-9F7FE783ED42}" type="datetime1">
              <a:rPr lang="en-US" smtClean="0"/>
              <a:t>21/1/2024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1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DAABD-051B-41DD-AF86-E2F33237BD2B}" type="datetime1">
              <a:rPr lang="en-US" smtClean="0"/>
              <a:t>21/1/2024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60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8213-F42E-4C38-8A60-1C4BEE343C83}" type="datetime1">
              <a:rPr lang="en-US" smtClean="0"/>
              <a:t>21/1/2024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DEC05-C13B-B04D-878A-1AB0FACA4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3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1C415-7CF8-41F9-8AE1-20D568CB7169}" type="datetime1">
              <a:rPr lang="en-US" smtClean="0"/>
              <a:t>21/1/2024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DEC05-C13B-B04D-878A-1AB0FACA4C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9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9DCF-3EA4-1742-BFD8-5F20251312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812F-CB81-7A43-A64A-3B0869EFC5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733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 Chow Lee</dc:creator>
  <cp:lastModifiedBy>Lim Sok Ngin</cp:lastModifiedBy>
  <cp:revision>27</cp:revision>
  <dcterms:created xsi:type="dcterms:W3CDTF">2021-02-10T06:44:51Z</dcterms:created>
  <dcterms:modified xsi:type="dcterms:W3CDTF">2024-01-21T05:48:36Z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da6799-48a4-4505-a0cd-904be69fc9b2_Enabled">
    <vt:lpwstr>true</vt:lpwstr>
  </property>
  <property fmtid="{D5CDD505-2E9C-101B-9397-08002B2CF9AE}" pid="3" name="MSIP_Label_6dda6799-48a4-4505-a0cd-904be69fc9b2_SetDate">
    <vt:lpwstr>2024-01-21T05:45:18Z</vt:lpwstr>
  </property>
  <property fmtid="{D5CDD505-2E9C-101B-9397-08002B2CF9AE}" pid="4" name="MSIP_Label_6dda6799-48a4-4505-a0cd-904be69fc9b2_Method">
    <vt:lpwstr>Privileged</vt:lpwstr>
  </property>
  <property fmtid="{D5CDD505-2E9C-101B-9397-08002B2CF9AE}" pid="5" name="MSIP_Label_6dda6799-48a4-4505-a0cd-904be69fc9b2_Name">
    <vt:lpwstr>NON-SENSITIVE</vt:lpwstr>
  </property>
  <property fmtid="{D5CDD505-2E9C-101B-9397-08002B2CF9AE}" pid="6" name="MSIP_Label_6dda6799-48a4-4505-a0cd-904be69fc9b2_SiteId">
    <vt:lpwstr>6590cdd4-8337-4198-bacc-47645c4a4d4d</vt:lpwstr>
  </property>
  <property fmtid="{D5CDD505-2E9C-101B-9397-08002B2CF9AE}" pid="7" name="MSIP_Label_6dda6799-48a4-4505-a0cd-904be69fc9b2_ActionId">
    <vt:lpwstr>137626a8-62e0-480f-9f3f-d43e2b153e7c</vt:lpwstr>
  </property>
  <property fmtid="{D5CDD505-2E9C-101B-9397-08002B2CF9AE}" pid="8" name="MSIP_Label_6dda6799-48a4-4505-a0cd-904be69fc9b2_ContentBits">
    <vt:lpwstr>0</vt:lpwstr>
  </property>
</Properties>
</file>